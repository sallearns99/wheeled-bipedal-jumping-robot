
<file path=[Content_Types].xml><?xml version="1.0" encoding="utf-8"?>
<Types xmlns="http://schemas.openxmlformats.org/package/2006/content-types">
  <Default Extension="fntdata" ContentType="application/x-fontdata"/>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5" r:id="rId1"/>
  </p:sldMasterIdLst>
  <p:notesMasterIdLst>
    <p:notesMasterId r:id="rId30"/>
  </p:notesMasterIdLst>
  <p:sldIdLst>
    <p:sldId id="312" r:id="rId2"/>
    <p:sldId id="258" r:id="rId3"/>
    <p:sldId id="337" r:id="rId4"/>
    <p:sldId id="313" r:id="rId5"/>
    <p:sldId id="314" r:id="rId6"/>
    <p:sldId id="315" r:id="rId7"/>
    <p:sldId id="316" r:id="rId8"/>
    <p:sldId id="317" r:id="rId9"/>
    <p:sldId id="324" r:id="rId10"/>
    <p:sldId id="325" r:id="rId11"/>
    <p:sldId id="319" r:id="rId12"/>
    <p:sldId id="260" r:id="rId13"/>
    <p:sldId id="323" r:id="rId14"/>
    <p:sldId id="320" r:id="rId15"/>
    <p:sldId id="321" r:id="rId16"/>
    <p:sldId id="322" r:id="rId17"/>
    <p:sldId id="329" r:id="rId18"/>
    <p:sldId id="330" r:id="rId19"/>
    <p:sldId id="331" r:id="rId20"/>
    <p:sldId id="332" r:id="rId21"/>
    <p:sldId id="333" r:id="rId22"/>
    <p:sldId id="334" r:id="rId23"/>
    <p:sldId id="335" r:id="rId24"/>
    <p:sldId id="336" r:id="rId25"/>
    <p:sldId id="262" r:id="rId26"/>
    <p:sldId id="265" r:id="rId27"/>
    <p:sldId id="268" r:id="rId28"/>
    <p:sldId id="267" r:id="rId29"/>
  </p:sldIdLst>
  <p:sldSz cx="9144000" cy="5143500" type="screen16x9"/>
  <p:notesSz cx="6858000" cy="9144000"/>
  <p:embeddedFontLst>
    <p:embeddedFont>
      <p:font typeface="Archivo" panose="020B0604020202020204" charset="0"/>
      <p:regular r:id="rId31"/>
      <p:bold r:id="rId32"/>
      <p:italic r:id="rId33"/>
      <p:boldItalic r:id="rId34"/>
    </p:embeddedFont>
    <p:embeddedFont>
      <p:font typeface="Cambria Math" panose="02040503050406030204" pitchFamily="18" charset="0"/>
      <p:regular r:id="rId35"/>
    </p:embeddedFont>
    <p:embeddedFont>
      <p:font typeface="IBM Plex Mono" panose="020B0509050203000203" pitchFamily="49" charset="0"/>
      <p:regular r:id="rId36"/>
      <p:bold r:id="rId37"/>
      <p:italic r:id="rId38"/>
      <p:boldItalic r:id="rId39"/>
    </p:embeddedFont>
    <p:embeddedFont>
      <p:font typeface="Nunito Light" pitchFamily="2" charset="0"/>
      <p:regular r:id="rId40"/>
      <p: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1B5A8C-2EB8-41F3-A1C6-CE0D89F3308A}" v="24" dt="2026-04-23T20:26:50.761"/>
  </p1510:revLst>
</p1510:revInfo>
</file>

<file path=ppt/tableStyles.xml><?xml version="1.0" encoding="utf-8"?>
<a:tblStyleLst xmlns:a="http://schemas.openxmlformats.org/drawingml/2006/main" def="{E514B693-41D1-45B6-9262-FB51072BC550}">
  <a:tblStyle styleId="{E514B693-41D1-45B6-9262-FB51072BC55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D780E7C8-DD5E-4BD8-8C95-F67369FB7E4B}"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960"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font" Target="fonts/font11.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lma197607" userId="feaf9510-9b5a-442a-8ff0-b298053e597d" providerId="ADAL" clId="{C8FA6C5B-98CB-46C2-B09E-9E9357D64DA0}"/>
    <pc:docChg chg="undo custSel addSld delSld modSld sldOrd">
      <pc:chgData name="salma197607" userId="feaf9510-9b5a-442a-8ff0-b298053e597d" providerId="ADAL" clId="{C8FA6C5B-98CB-46C2-B09E-9E9357D64DA0}" dt="2026-04-23T20:28:19.977" v="352" actId="1076"/>
      <pc:docMkLst>
        <pc:docMk/>
      </pc:docMkLst>
      <pc:sldChg chg="addSp delSp modSp mod">
        <pc:chgData name="salma197607" userId="feaf9510-9b5a-442a-8ff0-b298053e597d" providerId="ADAL" clId="{C8FA6C5B-98CB-46C2-B09E-9E9357D64DA0}" dt="2026-04-23T20:28:19.977" v="352" actId="1076"/>
        <pc:sldMkLst>
          <pc:docMk/>
          <pc:sldMk cId="0" sldId="258"/>
        </pc:sldMkLst>
        <pc:spChg chg="add del mod">
          <ac:chgData name="salma197607" userId="feaf9510-9b5a-442a-8ff0-b298053e597d" providerId="ADAL" clId="{C8FA6C5B-98CB-46C2-B09E-9E9357D64DA0}" dt="2026-04-23T20:24:25.493" v="269" actId="478"/>
          <ac:spMkLst>
            <pc:docMk/>
            <pc:sldMk cId="0" sldId="258"/>
            <ac:spMk id="3" creationId="{CFA79D22-835F-F18C-18B9-9F418EF4C15C}"/>
          </ac:spMkLst>
        </pc:spChg>
        <pc:spChg chg="add del mod">
          <ac:chgData name="salma197607" userId="feaf9510-9b5a-442a-8ff0-b298053e597d" providerId="ADAL" clId="{C8FA6C5B-98CB-46C2-B09E-9E9357D64DA0}" dt="2026-04-23T20:24:25.493" v="269" actId="478"/>
          <ac:spMkLst>
            <pc:docMk/>
            <pc:sldMk cId="0" sldId="258"/>
            <ac:spMk id="5" creationId="{D6313C5C-ADF4-17B1-097B-339029051E13}"/>
          </ac:spMkLst>
        </pc:spChg>
        <pc:spChg chg="add del mod">
          <ac:chgData name="salma197607" userId="feaf9510-9b5a-442a-8ff0-b298053e597d" providerId="ADAL" clId="{C8FA6C5B-98CB-46C2-B09E-9E9357D64DA0}" dt="2026-04-23T20:24:25.493" v="269" actId="478"/>
          <ac:spMkLst>
            <pc:docMk/>
            <pc:sldMk cId="0" sldId="258"/>
            <ac:spMk id="7" creationId="{6A69A924-1893-B811-8987-0DE54DE739C1}"/>
          </ac:spMkLst>
        </pc:spChg>
        <pc:spChg chg="del">
          <ac:chgData name="salma197607" userId="feaf9510-9b5a-442a-8ff0-b298053e597d" providerId="ADAL" clId="{C8FA6C5B-98CB-46C2-B09E-9E9357D64DA0}" dt="2026-04-23T20:24:25.493" v="269" actId="478"/>
          <ac:spMkLst>
            <pc:docMk/>
            <pc:sldMk cId="0" sldId="258"/>
            <ac:spMk id="9" creationId="{EEE3A65E-22E6-4A6D-FDD0-7E828209B43B}"/>
          </ac:spMkLst>
        </pc:spChg>
        <pc:spChg chg="add del mod">
          <ac:chgData name="salma197607" userId="feaf9510-9b5a-442a-8ff0-b298053e597d" providerId="ADAL" clId="{C8FA6C5B-98CB-46C2-B09E-9E9357D64DA0}" dt="2026-04-23T20:24:25.493" v="269" actId="478"/>
          <ac:spMkLst>
            <pc:docMk/>
            <pc:sldMk cId="0" sldId="258"/>
            <ac:spMk id="11" creationId="{5485EA9E-A1F7-ADFB-6E13-FCD9BBF153AF}"/>
          </ac:spMkLst>
        </pc:spChg>
        <pc:spChg chg="del">
          <ac:chgData name="salma197607" userId="feaf9510-9b5a-442a-8ff0-b298053e597d" providerId="ADAL" clId="{C8FA6C5B-98CB-46C2-B09E-9E9357D64DA0}" dt="2026-04-23T20:24:25.493" v="269" actId="478"/>
          <ac:spMkLst>
            <pc:docMk/>
            <pc:sldMk cId="0" sldId="258"/>
            <ac:spMk id="13" creationId="{C20D76B7-AFCA-F281-F50F-DADA1AE6EE73}"/>
          </ac:spMkLst>
        </pc:spChg>
        <pc:spChg chg="del">
          <ac:chgData name="salma197607" userId="feaf9510-9b5a-442a-8ff0-b298053e597d" providerId="ADAL" clId="{C8FA6C5B-98CB-46C2-B09E-9E9357D64DA0}" dt="2026-04-23T20:24:25.493" v="269" actId="478"/>
          <ac:spMkLst>
            <pc:docMk/>
            <pc:sldMk cId="0" sldId="258"/>
            <ac:spMk id="15" creationId="{0EF8D432-9911-E1D0-1902-F1E40E1D3F74}"/>
          </ac:spMkLst>
        </pc:spChg>
        <pc:spChg chg="del">
          <ac:chgData name="salma197607" userId="feaf9510-9b5a-442a-8ff0-b298053e597d" providerId="ADAL" clId="{C8FA6C5B-98CB-46C2-B09E-9E9357D64DA0}" dt="2026-04-23T20:24:25.493" v="269" actId="478"/>
          <ac:spMkLst>
            <pc:docMk/>
            <pc:sldMk cId="0" sldId="258"/>
            <ac:spMk id="17" creationId="{BD6E1F53-2AAB-F456-1206-F3B7DDC807F9}"/>
          </ac:spMkLst>
        </pc:spChg>
        <pc:spChg chg="add del mod">
          <ac:chgData name="salma197607" userId="feaf9510-9b5a-442a-8ff0-b298053e597d" providerId="ADAL" clId="{C8FA6C5B-98CB-46C2-B09E-9E9357D64DA0}" dt="2026-04-23T20:24:32.972" v="273" actId="478"/>
          <ac:spMkLst>
            <pc:docMk/>
            <pc:sldMk cId="0" sldId="258"/>
            <ac:spMk id="19" creationId="{0C115A85-ED52-2A74-F0D5-6E0DCDFC0521}"/>
          </ac:spMkLst>
        </pc:spChg>
        <pc:spChg chg="add del mod">
          <ac:chgData name="salma197607" userId="feaf9510-9b5a-442a-8ff0-b298053e597d" providerId="ADAL" clId="{C8FA6C5B-98CB-46C2-B09E-9E9357D64DA0}" dt="2026-04-23T20:24:32.972" v="273" actId="478"/>
          <ac:spMkLst>
            <pc:docMk/>
            <pc:sldMk cId="0" sldId="258"/>
            <ac:spMk id="21" creationId="{CDFC1FCB-BA5F-994D-DA41-A4A61BCAD2C8}"/>
          </ac:spMkLst>
        </pc:spChg>
        <pc:spChg chg="add mod">
          <ac:chgData name="salma197607" userId="feaf9510-9b5a-442a-8ff0-b298053e597d" providerId="ADAL" clId="{C8FA6C5B-98CB-46C2-B09E-9E9357D64DA0}" dt="2026-04-23T20:27:16.152" v="316" actId="14100"/>
          <ac:spMkLst>
            <pc:docMk/>
            <pc:sldMk cId="0" sldId="258"/>
            <ac:spMk id="22" creationId="{BC883EF1-3D20-FD40-B508-E0999779BD94}"/>
          </ac:spMkLst>
        </pc:spChg>
        <pc:spChg chg="add mod">
          <ac:chgData name="salma197607" userId="feaf9510-9b5a-442a-8ff0-b298053e597d" providerId="ADAL" clId="{C8FA6C5B-98CB-46C2-B09E-9E9357D64DA0}" dt="2026-04-23T20:25:26.780" v="285" actId="20577"/>
          <ac:spMkLst>
            <pc:docMk/>
            <pc:sldMk cId="0" sldId="258"/>
            <ac:spMk id="23" creationId="{F0E1A932-5C69-5E86-93C7-9A05B9718863}"/>
          </ac:spMkLst>
        </pc:spChg>
        <pc:spChg chg="add mod">
          <ac:chgData name="salma197607" userId="feaf9510-9b5a-442a-8ff0-b298053e597d" providerId="ADAL" clId="{C8FA6C5B-98CB-46C2-B09E-9E9357D64DA0}" dt="2026-04-23T20:27:21.339" v="319" actId="14100"/>
          <ac:spMkLst>
            <pc:docMk/>
            <pc:sldMk cId="0" sldId="258"/>
            <ac:spMk id="24" creationId="{7090F0CA-E71F-4DD9-ED14-8C15AA56AF5D}"/>
          </ac:spMkLst>
        </pc:spChg>
        <pc:spChg chg="add mod">
          <ac:chgData name="salma197607" userId="feaf9510-9b5a-442a-8ff0-b298053e597d" providerId="ADAL" clId="{C8FA6C5B-98CB-46C2-B09E-9E9357D64DA0}" dt="2026-04-23T20:25:42.395" v="291" actId="20577"/>
          <ac:spMkLst>
            <pc:docMk/>
            <pc:sldMk cId="0" sldId="258"/>
            <ac:spMk id="25" creationId="{63CF578A-5F1F-EFB3-C977-FC30AFAC96C4}"/>
          </ac:spMkLst>
        </pc:spChg>
        <pc:spChg chg="add mod">
          <ac:chgData name="salma197607" userId="feaf9510-9b5a-442a-8ff0-b298053e597d" providerId="ADAL" clId="{C8FA6C5B-98CB-46C2-B09E-9E9357D64DA0}" dt="2026-04-23T20:27:26.843" v="322" actId="14100"/>
          <ac:spMkLst>
            <pc:docMk/>
            <pc:sldMk cId="0" sldId="258"/>
            <ac:spMk id="26" creationId="{8FEE882D-56BD-554F-A6B6-E3D5076EF351}"/>
          </ac:spMkLst>
        </pc:spChg>
        <pc:spChg chg="add mod">
          <ac:chgData name="salma197607" userId="feaf9510-9b5a-442a-8ff0-b298053e597d" providerId="ADAL" clId="{C8FA6C5B-98CB-46C2-B09E-9E9357D64DA0}" dt="2026-04-23T20:26:44.316" v="304" actId="20577"/>
          <ac:spMkLst>
            <pc:docMk/>
            <pc:sldMk cId="0" sldId="258"/>
            <ac:spMk id="27" creationId="{82DC6BD4-33BB-5BD6-5FC2-63B5A8F8AAC2}"/>
          </ac:spMkLst>
        </pc:spChg>
        <pc:spChg chg="add mod">
          <ac:chgData name="salma197607" userId="feaf9510-9b5a-442a-8ff0-b298053e597d" providerId="ADAL" clId="{C8FA6C5B-98CB-46C2-B09E-9E9357D64DA0}" dt="2026-04-23T20:28:19.977" v="352" actId="1076"/>
          <ac:spMkLst>
            <pc:docMk/>
            <pc:sldMk cId="0" sldId="258"/>
            <ac:spMk id="28" creationId="{09A28B8E-2957-0286-3D07-1495702F8EDB}"/>
          </ac:spMkLst>
        </pc:spChg>
        <pc:spChg chg="add mod">
          <ac:chgData name="salma197607" userId="feaf9510-9b5a-442a-8ff0-b298053e597d" providerId="ADAL" clId="{C8FA6C5B-98CB-46C2-B09E-9E9357D64DA0}" dt="2026-04-23T20:26:42.109" v="303" actId="1076"/>
          <ac:spMkLst>
            <pc:docMk/>
            <pc:sldMk cId="0" sldId="258"/>
            <ac:spMk id="29" creationId="{27FE8D1A-FAD1-82C7-9E1B-676FAB49C3CD}"/>
          </ac:spMkLst>
        </pc:spChg>
        <pc:spChg chg="mod">
          <ac:chgData name="salma197607" userId="feaf9510-9b5a-442a-8ff0-b298053e597d" providerId="ADAL" clId="{C8FA6C5B-98CB-46C2-B09E-9E9357D64DA0}" dt="2026-04-23T20:24:27.783" v="271" actId="1076"/>
          <ac:spMkLst>
            <pc:docMk/>
            <pc:sldMk cId="0" sldId="258"/>
            <ac:spMk id="408" creationId="{00000000-0000-0000-0000-000000000000}"/>
          </ac:spMkLst>
        </pc:spChg>
        <pc:spChg chg="del">
          <ac:chgData name="salma197607" userId="feaf9510-9b5a-442a-8ff0-b298053e597d" providerId="ADAL" clId="{C8FA6C5B-98CB-46C2-B09E-9E9357D64DA0}" dt="2026-04-23T20:24:31.414" v="272" actId="478"/>
          <ac:spMkLst>
            <pc:docMk/>
            <pc:sldMk cId="0" sldId="258"/>
            <ac:spMk id="409" creationId="{00000000-0000-0000-0000-000000000000}"/>
          </ac:spMkLst>
        </pc:spChg>
        <pc:spChg chg="del">
          <ac:chgData name="salma197607" userId="feaf9510-9b5a-442a-8ff0-b298053e597d" providerId="ADAL" clId="{C8FA6C5B-98CB-46C2-B09E-9E9357D64DA0}" dt="2026-04-23T20:24:22.977" v="268" actId="478"/>
          <ac:spMkLst>
            <pc:docMk/>
            <pc:sldMk cId="0" sldId="258"/>
            <ac:spMk id="411" creationId="{00000000-0000-0000-0000-000000000000}"/>
          </ac:spMkLst>
        </pc:spChg>
        <pc:spChg chg="del">
          <ac:chgData name="salma197607" userId="feaf9510-9b5a-442a-8ff0-b298053e597d" providerId="ADAL" clId="{C8FA6C5B-98CB-46C2-B09E-9E9357D64DA0}" dt="2026-04-23T20:24:22.977" v="268" actId="478"/>
          <ac:spMkLst>
            <pc:docMk/>
            <pc:sldMk cId="0" sldId="258"/>
            <ac:spMk id="413" creationId="{00000000-0000-0000-0000-000000000000}"/>
          </ac:spMkLst>
        </pc:spChg>
        <pc:spChg chg="mod">
          <ac:chgData name="salma197607" userId="feaf9510-9b5a-442a-8ff0-b298053e597d" providerId="ADAL" clId="{C8FA6C5B-98CB-46C2-B09E-9E9357D64DA0}" dt="2026-04-23T20:26:56.561" v="310" actId="404"/>
          <ac:spMkLst>
            <pc:docMk/>
            <pc:sldMk cId="0" sldId="258"/>
            <ac:spMk id="414" creationId="{00000000-0000-0000-0000-000000000000}"/>
          </ac:spMkLst>
        </pc:spChg>
        <pc:spChg chg="mod">
          <ac:chgData name="salma197607" userId="feaf9510-9b5a-442a-8ff0-b298053e597d" providerId="ADAL" clId="{C8FA6C5B-98CB-46C2-B09E-9E9357D64DA0}" dt="2026-04-23T20:24:07.613" v="263" actId="1076"/>
          <ac:spMkLst>
            <pc:docMk/>
            <pc:sldMk cId="0" sldId="258"/>
            <ac:spMk id="415" creationId="{00000000-0000-0000-0000-000000000000}"/>
          </ac:spMkLst>
        </pc:spChg>
        <pc:spChg chg="del">
          <ac:chgData name="salma197607" userId="feaf9510-9b5a-442a-8ff0-b298053e597d" providerId="ADAL" clId="{C8FA6C5B-98CB-46C2-B09E-9E9357D64DA0}" dt="2026-04-23T20:24:22.977" v="268" actId="478"/>
          <ac:spMkLst>
            <pc:docMk/>
            <pc:sldMk cId="0" sldId="258"/>
            <ac:spMk id="416" creationId="{00000000-0000-0000-0000-000000000000}"/>
          </ac:spMkLst>
        </pc:spChg>
        <pc:spChg chg="del">
          <ac:chgData name="salma197607" userId="feaf9510-9b5a-442a-8ff0-b298053e597d" providerId="ADAL" clId="{C8FA6C5B-98CB-46C2-B09E-9E9357D64DA0}" dt="2026-04-23T20:24:31.414" v="272" actId="478"/>
          <ac:spMkLst>
            <pc:docMk/>
            <pc:sldMk cId="0" sldId="258"/>
            <ac:spMk id="417" creationId="{00000000-0000-0000-0000-000000000000}"/>
          </ac:spMkLst>
        </pc:spChg>
        <pc:spChg chg="del">
          <ac:chgData name="salma197607" userId="feaf9510-9b5a-442a-8ff0-b298053e597d" providerId="ADAL" clId="{C8FA6C5B-98CB-46C2-B09E-9E9357D64DA0}" dt="2026-04-23T20:24:22.977" v="268" actId="478"/>
          <ac:spMkLst>
            <pc:docMk/>
            <pc:sldMk cId="0" sldId="258"/>
            <ac:spMk id="418" creationId="{00000000-0000-0000-0000-000000000000}"/>
          </ac:spMkLst>
        </pc:spChg>
        <pc:spChg chg="del">
          <ac:chgData name="salma197607" userId="feaf9510-9b5a-442a-8ff0-b298053e597d" providerId="ADAL" clId="{C8FA6C5B-98CB-46C2-B09E-9E9357D64DA0}" dt="2026-04-23T20:24:22.977" v="268" actId="478"/>
          <ac:spMkLst>
            <pc:docMk/>
            <pc:sldMk cId="0" sldId="258"/>
            <ac:spMk id="419" creationId="{00000000-0000-0000-0000-000000000000}"/>
          </ac:spMkLst>
        </pc:spChg>
        <pc:spChg chg="del">
          <ac:chgData name="salma197607" userId="feaf9510-9b5a-442a-8ff0-b298053e597d" providerId="ADAL" clId="{C8FA6C5B-98CB-46C2-B09E-9E9357D64DA0}" dt="2026-04-23T20:24:22.977" v="268" actId="478"/>
          <ac:spMkLst>
            <pc:docMk/>
            <pc:sldMk cId="0" sldId="258"/>
            <ac:spMk id="420" creationId="{00000000-0000-0000-0000-000000000000}"/>
          </ac:spMkLst>
        </pc:spChg>
      </pc:sldChg>
      <pc:sldChg chg="add del">
        <pc:chgData name="salma197607" userId="feaf9510-9b5a-442a-8ff0-b298053e597d" providerId="ADAL" clId="{C8FA6C5B-98CB-46C2-B09E-9E9357D64DA0}" dt="2026-04-23T19:49:39.713" v="9" actId="47"/>
        <pc:sldMkLst>
          <pc:docMk/>
          <pc:sldMk cId="0" sldId="261"/>
        </pc:sldMkLst>
      </pc:sldChg>
      <pc:sldChg chg="add">
        <pc:chgData name="salma197607" userId="feaf9510-9b5a-442a-8ff0-b298053e597d" providerId="ADAL" clId="{C8FA6C5B-98CB-46C2-B09E-9E9357D64DA0}" dt="2026-04-23T19:47:27.210" v="0"/>
        <pc:sldMkLst>
          <pc:docMk/>
          <pc:sldMk cId="0" sldId="262"/>
        </pc:sldMkLst>
      </pc:sldChg>
      <pc:sldChg chg="add del">
        <pc:chgData name="salma197607" userId="feaf9510-9b5a-442a-8ff0-b298053e597d" providerId="ADAL" clId="{C8FA6C5B-98CB-46C2-B09E-9E9357D64DA0}" dt="2026-04-23T20:22:28.956" v="249" actId="47"/>
        <pc:sldMkLst>
          <pc:docMk/>
          <pc:sldMk cId="2972819051" sldId="264"/>
        </pc:sldMkLst>
      </pc:sldChg>
      <pc:sldChg chg="add">
        <pc:chgData name="salma197607" userId="feaf9510-9b5a-442a-8ff0-b298053e597d" providerId="ADAL" clId="{C8FA6C5B-98CB-46C2-B09E-9E9357D64DA0}" dt="2026-04-23T19:47:27.210" v="0"/>
        <pc:sldMkLst>
          <pc:docMk/>
          <pc:sldMk cId="0" sldId="265"/>
        </pc:sldMkLst>
      </pc:sldChg>
      <pc:sldChg chg="add">
        <pc:chgData name="salma197607" userId="feaf9510-9b5a-442a-8ff0-b298053e597d" providerId="ADAL" clId="{C8FA6C5B-98CB-46C2-B09E-9E9357D64DA0}" dt="2026-04-23T19:47:27.210" v="0"/>
        <pc:sldMkLst>
          <pc:docMk/>
          <pc:sldMk cId="2714691906" sldId="267"/>
        </pc:sldMkLst>
      </pc:sldChg>
      <pc:sldChg chg="add">
        <pc:chgData name="salma197607" userId="feaf9510-9b5a-442a-8ff0-b298053e597d" providerId="ADAL" clId="{C8FA6C5B-98CB-46C2-B09E-9E9357D64DA0}" dt="2026-04-23T19:47:27.210" v="0"/>
        <pc:sldMkLst>
          <pc:docMk/>
          <pc:sldMk cId="539329467" sldId="268"/>
        </pc:sldMkLst>
      </pc:sldChg>
      <pc:sldChg chg="ord">
        <pc:chgData name="salma197607" userId="feaf9510-9b5a-442a-8ff0-b298053e597d" providerId="ADAL" clId="{C8FA6C5B-98CB-46C2-B09E-9E9357D64DA0}" dt="2026-04-23T20:17:50.866" v="33"/>
        <pc:sldMkLst>
          <pc:docMk/>
          <pc:sldMk cId="0" sldId="312"/>
        </pc:sldMkLst>
      </pc:sldChg>
      <pc:sldChg chg="add del">
        <pc:chgData name="salma197607" userId="feaf9510-9b5a-442a-8ff0-b298053e597d" providerId="ADAL" clId="{C8FA6C5B-98CB-46C2-B09E-9E9357D64DA0}" dt="2026-04-23T19:49:38.525" v="8" actId="47"/>
        <pc:sldMkLst>
          <pc:docMk/>
          <pc:sldMk cId="1779842939" sldId="318"/>
        </pc:sldMkLst>
      </pc:sldChg>
      <pc:sldChg chg="addSp modSp mod modAnim">
        <pc:chgData name="salma197607" userId="feaf9510-9b5a-442a-8ff0-b298053e597d" providerId="ADAL" clId="{C8FA6C5B-98CB-46C2-B09E-9E9357D64DA0}" dt="2026-04-23T20:16:54.745" v="22" actId="1076"/>
        <pc:sldMkLst>
          <pc:docMk/>
          <pc:sldMk cId="1536112634" sldId="322"/>
        </pc:sldMkLst>
        <pc:spChg chg="mod">
          <ac:chgData name="salma197607" userId="feaf9510-9b5a-442a-8ff0-b298053e597d" providerId="ADAL" clId="{C8FA6C5B-98CB-46C2-B09E-9E9357D64DA0}" dt="2026-04-23T20:16:19.743" v="14"/>
          <ac:spMkLst>
            <pc:docMk/>
            <pc:sldMk cId="1536112634" sldId="322"/>
            <ac:spMk id="4" creationId="{B901C610-08AA-02F3-F519-4A7EA25459D9}"/>
          </ac:spMkLst>
        </pc:spChg>
        <pc:picChg chg="add mod">
          <ac:chgData name="salma197607" userId="feaf9510-9b5a-442a-8ff0-b298053e597d" providerId="ADAL" clId="{C8FA6C5B-98CB-46C2-B09E-9E9357D64DA0}" dt="2026-04-23T20:16:42.949" v="20" actId="1076"/>
          <ac:picMkLst>
            <pc:docMk/>
            <pc:sldMk cId="1536112634" sldId="322"/>
            <ac:picMk id="3" creationId="{714BB943-05A0-9E50-07FC-1E7340E89886}"/>
          </ac:picMkLst>
        </pc:picChg>
        <pc:picChg chg="mod">
          <ac:chgData name="salma197607" userId="feaf9510-9b5a-442a-8ff0-b298053e597d" providerId="ADAL" clId="{C8FA6C5B-98CB-46C2-B09E-9E9357D64DA0}" dt="2026-04-23T20:16:54.745" v="22" actId="1076"/>
          <ac:picMkLst>
            <pc:docMk/>
            <pc:sldMk cId="1536112634" sldId="322"/>
            <ac:picMk id="6" creationId="{97D8CCCA-D2C4-E05A-F690-5CE78B1B8394}"/>
          </ac:picMkLst>
        </pc:picChg>
      </pc:sldChg>
      <pc:sldChg chg="add">
        <pc:chgData name="salma197607" userId="feaf9510-9b5a-442a-8ff0-b298053e597d" providerId="ADAL" clId="{C8FA6C5B-98CB-46C2-B09E-9E9357D64DA0}" dt="2026-04-23T19:51:01.867" v="11"/>
        <pc:sldMkLst>
          <pc:docMk/>
          <pc:sldMk cId="1439719052" sldId="324"/>
        </pc:sldMkLst>
      </pc:sldChg>
      <pc:sldChg chg="add del">
        <pc:chgData name="salma197607" userId="feaf9510-9b5a-442a-8ff0-b298053e597d" providerId="ADAL" clId="{C8FA6C5B-98CB-46C2-B09E-9E9357D64DA0}" dt="2026-04-23T19:50:55.025" v="10" actId="2696"/>
        <pc:sldMkLst>
          <pc:docMk/>
          <pc:sldMk cId="4026147817" sldId="324"/>
        </pc:sldMkLst>
      </pc:sldChg>
      <pc:sldChg chg="add">
        <pc:chgData name="salma197607" userId="feaf9510-9b5a-442a-8ff0-b298053e597d" providerId="ADAL" clId="{C8FA6C5B-98CB-46C2-B09E-9E9357D64DA0}" dt="2026-04-23T19:51:01.867" v="11"/>
        <pc:sldMkLst>
          <pc:docMk/>
          <pc:sldMk cId="2249337752" sldId="325"/>
        </pc:sldMkLst>
      </pc:sldChg>
      <pc:sldChg chg="add del">
        <pc:chgData name="salma197607" userId="feaf9510-9b5a-442a-8ff0-b298053e597d" providerId="ADAL" clId="{C8FA6C5B-98CB-46C2-B09E-9E9357D64DA0}" dt="2026-04-23T19:50:55.025" v="10" actId="2696"/>
        <pc:sldMkLst>
          <pc:docMk/>
          <pc:sldMk cId="2333705465" sldId="325"/>
        </pc:sldMkLst>
      </pc:sldChg>
      <pc:sldChg chg="modSp add del mod">
        <pc:chgData name="salma197607" userId="feaf9510-9b5a-442a-8ff0-b298053e597d" providerId="ADAL" clId="{C8FA6C5B-98CB-46C2-B09E-9E9357D64DA0}" dt="2026-04-23T20:22:29.887" v="250" actId="47"/>
        <pc:sldMkLst>
          <pc:docMk/>
          <pc:sldMk cId="0" sldId="326"/>
        </pc:sldMkLst>
        <pc:spChg chg="mod">
          <ac:chgData name="salma197607" userId="feaf9510-9b5a-442a-8ff0-b298053e597d" providerId="ADAL" clId="{C8FA6C5B-98CB-46C2-B09E-9E9357D64DA0}" dt="2026-04-23T20:20:45.008" v="128" actId="20577"/>
          <ac:spMkLst>
            <pc:docMk/>
            <pc:sldMk cId="0" sldId="326"/>
            <ac:spMk id="439" creationId="{00000000-0000-0000-0000-000000000000}"/>
          </ac:spMkLst>
        </pc:spChg>
        <pc:spChg chg="mod">
          <ac:chgData name="salma197607" userId="feaf9510-9b5a-442a-8ff0-b298053e597d" providerId="ADAL" clId="{C8FA6C5B-98CB-46C2-B09E-9E9357D64DA0}" dt="2026-04-23T20:17:25.428" v="25" actId="20577"/>
          <ac:spMkLst>
            <pc:docMk/>
            <pc:sldMk cId="0" sldId="326"/>
            <ac:spMk id="440" creationId="{00000000-0000-0000-0000-000000000000}"/>
          </ac:spMkLst>
        </pc:spChg>
      </pc:sldChg>
      <pc:sldChg chg="add del">
        <pc:chgData name="salma197607" userId="feaf9510-9b5a-442a-8ff0-b298053e597d" providerId="ADAL" clId="{C8FA6C5B-98CB-46C2-B09E-9E9357D64DA0}" dt="2026-04-23T19:48:08.615" v="1" actId="47"/>
        <pc:sldMkLst>
          <pc:docMk/>
          <pc:sldMk cId="2188424951" sldId="327"/>
        </pc:sldMkLst>
      </pc:sldChg>
      <pc:sldChg chg="add del">
        <pc:chgData name="salma197607" userId="feaf9510-9b5a-442a-8ff0-b298053e597d" providerId="ADAL" clId="{C8FA6C5B-98CB-46C2-B09E-9E9357D64DA0}" dt="2026-04-23T19:48:15.435" v="2" actId="2696"/>
        <pc:sldMkLst>
          <pc:docMk/>
          <pc:sldMk cId="494387018" sldId="328"/>
        </pc:sldMkLst>
      </pc:sldChg>
      <pc:sldChg chg="delSp add del mod">
        <pc:chgData name="salma197607" userId="feaf9510-9b5a-442a-8ff0-b298053e597d" providerId="ADAL" clId="{C8FA6C5B-98CB-46C2-B09E-9E9357D64DA0}" dt="2026-04-23T20:16:59.098" v="23" actId="47"/>
        <pc:sldMkLst>
          <pc:docMk/>
          <pc:sldMk cId="2341335495" sldId="328"/>
        </pc:sldMkLst>
        <pc:picChg chg="del">
          <ac:chgData name="salma197607" userId="feaf9510-9b5a-442a-8ff0-b298053e597d" providerId="ADAL" clId="{C8FA6C5B-98CB-46C2-B09E-9E9357D64DA0}" dt="2026-04-23T20:16:25.304" v="15" actId="21"/>
          <ac:picMkLst>
            <pc:docMk/>
            <pc:sldMk cId="2341335495" sldId="328"/>
            <ac:picMk id="3" creationId="{714BB943-05A0-9E50-07FC-1E7340E89886}"/>
          </ac:picMkLst>
        </pc:picChg>
      </pc:sldChg>
      <pc:sldChg chg="modSp add mod">
        <pc:chgData name="salma197607" userId="feaf9510-9b5a-442a-8ff0-b298053e597d" providerId="ADAL" clId="{C8FA6C5B-98CB-46C2-B09E-9E9357D64DA0}" dt="2026-04-23T20:22:41.984" v="252" actId="20577"/>
        <pc:sldMkLst>
          <pc:docMk/>
          <pc:sldMk cId="649527801" sldId="329"/>
        </pc:sldMkLst>
        <pc:spChg chg="mod">
          <ac:chgData name="salma197607" userId="feaf9510-9b5a-442a-8ff0-b298053e597d" providerId="ADAL" clId="{C8FA6C5B-98CB-46C2-B09E-9E9357D64DA0}" dt="2026-04-23T20:21:00.699" v="170" actId="20577"/>
          <ac:spMkLst>
            <pc:docMk/>
            <pc:sldMk cId="649527801" sldId="329"/>
            <ac:spMk id="439" creationId="{FA16135C-CB4F-53EE-8B6B-08DF8E1124C5}"/>
          </ac:spMkLst>
        </pc:spChg>
        <pc:spChg chg="mod">
          <ac:chgData name="salma197607" userId="feaf9510-9b5a-442a-8ff0-b298053e597d" providerId="ADAL" clId="{C8FA6C5B-98CB-46C2-B09E-9E9357D64DA0}" dt="2026-04-23T20:22:41.984" v="252" actId="20577"/>
          <ac:spMkLst>
            <pc:docMk/>
            <pc:sldMk cId="649527801" sldId="329"/>
            <ac:spMk id="440" creationId="{7669CB2A-49CB-51CD-B11B-B7529A477E63}"/>
          </ac:spMkLst>
        </pc:spChg>
      </pc:sldChg>
      <pc:sldChg chg="add">
        <pc:chgData name="salma197607" userId="feaf9510-9b5a-442a-8ff0-b298053e597d" providerId="ADAL" clId="{C8FA6C5B-98CB-46C2-B09E-9E9357D64DA0}" dt="2026-04-23T19:47:27.210" v="0"/>
        <pc:sldMkLst>
          <pc:docMk/>
          <pc:sldMk cId="2179787999" sldId="330"/>
        </pc:sldMkLst>
      </pc:sldChg>
      <pc:sldChg chg="add">
        <pc:chgData name="salma197607" userId="feaf9510-9b5a-442a-8ff0-b298053e597d" providerId="ADAL" clId="{C8FA6C5B-98CB-46C2-B09E-9E9357D64DA0}" dt="2026-04-23T19:47:27.210" v="0"/>
        <pc:sldMkLst>
          <pc:docMk/>
          <pc:sldMk cId="4014361577" sldId="331"/>
        </pc:sldMkLst>
      </pc:sldChg>
      <pc:sldChg chg="modSp add mod">
        <pc:chgData name="salma197607" userId="feaf9510-9b5a-442a-8ff0-b298053e597d" providerId="ADAL" clId="{C8FA6C5B-98CB-46C2-B09E-9E9357D64DA0}" dt="2026-04-23T20:22:45.918" v="254" actId="20577"/>
        <pc:sldMkLst>
          <pc:docMk/>
          <pc:sldMk cId="1139280287" sldId="332"/>
        </pc:sldMkLst>
        <pc:spChg chg="mod">
          <ac:chgData name="salma197607" userId="feaf9510-9b5a-442a-8ff0-b298053e597d" providerId="ADAL" clId="{C8FA6C5B-98CB-46C2-B09E-9E9357D64DA0}" dt="2026-04-23T20:21:13.337" v="207" actId="20577"/>
          <ac:spMkLst>
            <pc:docMk/>
            <pc:sldMk cId="1139280287" sldId="332"/>
            <ac:spMk id="439" creationId="{FF4F2081-F5EB-6F02-172E-24D051C73F4D}"/>
          </ac:spMkLst>
        </pc:spChg>
        <pc:spChg chg="mod">
          <ac:chgData name="salma197607" userId="feaf9510-9b5a-442a-8ff0-b298053e597d" providerId="ADAL" clId="{C8FA6C5B-98CB-46C2-B09E-9E9357D64DA0}" dt="2026-04-23T20:22:45.918" v="254" actId="20577"/>
          <ac:spMkLst>
            <pc:docMk/>
            <pc:sldMk cId="1139280287" sldId="332"/>
            <ac:spMk id="440" creationId="{7147D819-E1E0-E9D1-0014-D7596FD92AAE}"/>
          </ac:spMkLst>
        </pc:spChg>
      </pc:sldChg>
      <pc:sldChg chg="add">
        <pc:chgData name="salma197607" userId="feaf9510-9b5a-442a-8ff0-b298053e597d" providerId="ADAL" clId="{C8FA6C5B-98CB-46C2-B09E-9E9357D64DA0}" dt="2026-04-23T19:47:27.210" v="0"/>
        <pc:sldMkLst>
          <pc:docMk/>
          <pc:sldMk cId="1300426876" sldId="333"/>
        </pc:sldMkLst>
      </pc:sldChg>
      <pc:sldChg chg="add">
        <pc:chgData name="salma197607" userId="feaf9510-9b5a-442a-8ff0-b298053e597d" providerId="ADAL" clId="{C8FA6C5B-98CB-46C2-B09E-9E9357D64DA0}" dt="2026-04-23T19:47:27.210" v="0"/>
        <pc:sldMkLst>
          <pc:docMk/>
          <pc:sldMk cId="3820342527" sldId="334"/>
        </pc:sldMkLst>
      </pc:sldChg>
      <pc:sldChg chg="modSp add mod">
        <pc:chgData name="salma197607" userId="feaf9510-9b5a-442a-8ff0-b298053e597d" providerId="ADAL" clId="{C8FA6C5B-98CB-46C2-B09E-9E9357D64DA0}" dt="2026-04-23T20:22:49.101" v="256" actId="20577"/>
        <pc:sldMkLst>
          <pc:docMk/>
          <pc:sldMk cId="431829524" sldId="335"/>
        </pc:sldMkLst>
        <pc:spChg chg="mod">
          <ac:chgData name="salma197607" userId="feaf9510-9b5a-442a-8ff0-b298053e597d" providerId="ADAL" clId="{C8FA6C5B-98CB-46C2-B09E-9E9357D64DA0}" dt="2026-04-23T20:21:34.380" v="248" actId="14100"/>
          <ac:spMkLst>
            <pc:docMk/>
            <pc:sldMk cId="431829524" sldId="335"/>
            <ac:spMk id="439" creationId="{8700D1DD-41D3-70CC-A901-DA100A93DE51}"/>
          </ac:spMkLst>
        </pc:spChg>
        <pc:spChg chg="mod">
          <ac:chgData name="salma197607" userId="feaf9510-9b5a-442a-8ff0-b298053e597d" providerId="ADAL" clId="{C8FA6C5B-98CB-46C2-B09E-9E9357D64DA0}" dt="2026-04-23T20:22:49.101" v="256" actId="20577"/>
          <ac:spMkLst>
            <pc:docMk/>
            <pc:sldMk cId="431829524" sldId="335"/>
            <ac:spMk id="440" creationId="{DCFB8626-0F2E-130C-BE43-52F2F76AE83D}"/>
          </ac:spMkLst>
        </pc:spChg>
      </pc:sldChg>
      <pc:sldChg chg="add">
        <pc:chgData name="salma197607" userId="feaf9510-9b5a-442a-8ff0-b298053e597d" providerId="ADAL" clId="{C8FA6C5B-98CB-46C2-B09E-9E9357D64DA0}" dt="2026-04-23T19:47:27.210" v="0"/>
        <pc:sldMkLst>
          <pc:docMk/>
          <pc:sldMk cId="3480729926" sldId="336"/>
        </pc:sldMkLst>
      </pc:sldChg>
      <pc:sldChg chg="modSp add mod">
        <pc:chgData name="salma197607" userId="feaf9510-9b5a-442a-8ff0-b298053e597d" providerId="ADAL" clId="{C8FA6C5B-98CB-46C2-B09E-9E9357D64DA0}" dt="2026-04-23T20:19:05.900" v="93" actId="20577"/>
        <pc:sldMkLst>
          <pc:docMk/>
          <pc:sldMk cId="3272434841" sldId="337"/>
        </pc:sldMkLst>
        <pc:spChg chg="mod">
          <ac:chgData name="salma197607" userId="feaf9510-9b5a-442a-8ff0-b298053e597d" providerId="ADAL" clId="{C8FA6C5B-98CB-46C2-B09E-9E9357D64DA0}" dt="2026-04-23T20:19:05.900" v="93" actId="20577"/>
          <ac:spMkLst>
            <pc:docMk/>
            <pc:sldMk cId="3272434841" sldId="337"/>
            <ac:spMk id="439" creationId="{27E084AD-B29D-03D1-A3D1-8AEB5C333906}"/>
          </ac:spMkLst>
        </pc:spChg>
        <pc:spChg chg="mod">
          <ac:chgData name="salma197607" userId="feaf9510-9b5a-442a-8ff0-b298053e597d" providerId="ADAL" clId="{C8FA6C5B-98CB-46C2-B09E-9E9357D64DA0}" dt="2026-04-23T20:18:25.825" v="36" actId="20577"/>
          <ac:spMkLst>
            <pc:docMk/>
            <pc:sldMk cId="3272434841" sldId="337"/>
            <ac:spMk id="440" creationId="{08083880-159B-A3F2-DC63-300D049C1F82}"/>
          </ac:spMkLst>
        </pc:spChg>
      </pc:sldChg>
      <pc:sldMasterChg chg="delSldLayout">
        <pc:chgData name="salma197607" userId="feaf9510-9b5a-442a-8ff0-b298053e597d" providerId="ADAL" clId="{C8FA6C5B-98CB-46C2-B09E-9E9357D64DA0}" dt="2026-04-23T20:16:59.098" v="23" actId="47"/>
        <pc:sldMasterMkLst>
          <pc:docMk/>
          <pc:sldMasterMk cId="0" sldId="2147483685"/>
        </pc:sldMasterMkLst>
        <pc:sldLayoutChg chg="del">
          <pc:chgData name="salma197607" userId="feaf9510-9b5a-442a-8ff0-b298053e597d" providerId="ADAL" clId="{C8FA6C5B-98CB-46C2-B09E-9E9357D64DA0}" dt="2026-04-23T19:48:15.435" v="2" actId="2696"/>
          <pc:sldLayoutMkLst>
            <pc:docMk/>
            <pc:sldMasterMk cId="0" sldId="2147483685"/>
            <pc:sldLayoutMk cId="2757043594" sldId="2147483687"/>
          </pc:sldLayoutMkLst>
        </pc:sldLayoutChg>
        <pc:sldLayoutChg chg="del">
          <pc:chgData name="salma197607" userId="feaf9510-9b5a-442a-8ff0-b298053e597d" providerId="ADAL" clId="{C8FA6C5B-98CB-46C2-B09E-9E9357D64DA0}" dt="2026-04-23T20:16:59.098" v="23" actId="47"/>
          <pc:sldLayoutMkLst>
            <pc:docMk/>
            <pc:sldMasterMk cId="0" sldId="2147483685"/>
            <pc:sldLayoutMk cId="4235772929" sldId="214748369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292581b7e23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6" name="Google Shape;406;g292581b7e23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a:extLst>
            <a:ext uri="{FF2B5EF4-FFF2-40B4-BE49-F238E27FC236}">
              <a16:creationId xmlns:a16="http://schemas.microsoft.com/office/drawing/2014/main" id="{2C72C61F-9D16-5AAA-6656-63FC9D85F56D}"/>
            </a:ext>
          </a:extLst>
        </p:cNvPr>
        <p:cNvGrpSpPr/>
        <p:nvPr/>
      </p:nvGrpSpPr>
      <p:grpSpPr>
        <a:xfrm>
          <a:off x="0" y="0"/>
          <a:ext cx="0" cy="0"/>
          <a:chOff x="0" y="0"/>
          <a:chExt cx="0" cy="0"/>
        </a:xfrm>
      </p:grpSpPr>
      <p:sp>
        <p:nvSpPr>
          <p:cNvPr id="436" name="Google Shape;436;g292581b7e23_0_92:notes">
            <a:extLst>
              <a:ext uri="{FF2B5EF4-FFF2-40B4-BE49-F238E27FC236}">
                <a16:creationId xmlns:a16="http://schemas.microsoft.com/office/drawing/2014/main" id="{E4D4BB8C-3B18-491A-5139-0090675760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7" name="Google Shape;437;g292581b7e23_0_92:notes">
            <a:extLst>
              <a:ext uri="{FF2B5EF4-FFF2-40B4-BE49-F238E27FC236}">
                <a16:creationId xmlns:a16="http://schemas.microsoft.com/office/drawing/2014/main" id="{7F2D69CE-B3DB-21C2-8543-194FE36862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660941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g292a81341b2_2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5" name="Google Shape;455;g292a81341b2_2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a:extLst>
            <a:ext uri="{FF2B5EF4-FFF2-40B4-BE49-F238E27FC236}">
              <a16:creationId xmlns:a16="http://schemas.microsoft.com/office/drawing/2014/main" id="{7D175A39-7B87-2950-1FF6-644316552D52}"/>
            </a:ext>
          </a:extLst>
        </p:cNvPr>
        <p:cNvGrpSpPr/>
        <p:nvPr/>
      </p:nvGrpSpPr>
      <p:grpSpPr>
        <a:xfrm>
          <a:off x="0" y="0"/>
          <a:ext cx="0" cy="0"/>
          <a:chOff x="0" y="0"/>
          <a:chExt cx="0" cy="0"/>
        </a:xfrm>
      </p:grpSpPr>
      <p:sp>
        <p:nvSpPr>
          <p:cNvPr id="454" name="Google Shape;454;g292a81341b2_2_77:notes">
            <a:extLst>
              <a:ext uri="{FF2B5EF4-FFF2-40B4-BE49-F238E27FC236}">
                <a16:creationId xmlns:a16="http://schemas.microsoft.com/office/drawing/2014/main" id="{C74D11A9-9C08-E054-1031-003FC9A76FB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5" name="Google Shape;455;g292a81341b2_2_77:notes">
            <a:extLst>
              <a:ext uri="{FF2B5EF4-FFF2-40B4-BE49-F238E27FC236}">
                <a16:creationId xmlns:a16="http://schemas.microsoft.com/office/drawing/2014/main" id="{7D01CD37-0C8E-E849-D56D-4CED872DB42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305509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g292a81341b2_2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2" name="Google Shape;472;g292a81341b2_2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a:extLst>
            <a:ext uri="{FF2B5EF4-FFF2-40B4-BE49-F238E27FC236}">
              <a16:creationId xmlns:a16="http://schemas.microsoft.com/office/drawing/2014/main" id="{DDC6A52D-E1BE-5F06-7F31-A3B5F09AFBCC}"/>
            </a:ext>
          </a:extLst>
        </p:cNvPr>
        <p:cNvGrpSpPr/>
        <p:nvPr/>
      </p:nvGrpSpPr>
      <p:grpSpPr>
        <a:xfrm>
          <a:off x="0" y="0"/>
          <a:ext cx="0" cy="0"/>
          <a:chOff x="0" y="0"/>
          <a:chExt cx="0" cy="0"/>
        </a:xfrm>
      </p:grpSpPr>
      <p:sp>
        <p:nvSpPr>
          <p:cNvPr id="454" name="Google Shape;454;g292a81341b2_2_77:notes">
            <a:extLst>
              <a:ext uri="{FF2B5EF4-FFF2-40B4-BE49-F238E27FC236}">
                <a16:creationId xmlns:a16="http://schemas.microsoft.com/office/drawing/2014/main" id="{1843FAFD-253D-1511-040E-C40731928C6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5" name="Google Shape;455;g292a81341b2_2_77:notes">
            <a:extLst>
              <a:ext uri="{FF2B5EF4-FFF2-40B4-BE49-F238E27FC236}">
                <a16:creationId xmlns:a16="http://schemas.microsoft.com/office/drawing/2014/main" id="{3B832709-D63B-F93B-C7CB-69DE3D04EEE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44981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a:extLst>
            <a:ext uri="{FF2B5EF4-FFF2-40B4-BE49-F238E27FC236}">
              <a16:creationId xmlns:a16="http://schemas.microsoft.com/office/drawing/2014/main" id="{9A0A6DD0-49A1-AACE-8A6B-CE8FC0FD2477}"/>
            </a:ext>
          </a:extLst>
        </p:cNvPr>
        <p:cNvGrpSpPr/>
        <p:nvPr/>
      </p:nvGrpSpPr>
      <p:grpSpPr>
        <a:xfrm>
          <a:off x="0" y="0"/>
          <a:ext cx="0" cy="0"/>
          <a:chOff x="0" y="0"/>
          <a:chExt cx="0" cy="0"/>
        </a:xfrm>
      </p:grpSpPr>
      <p:sp>
        <p:nvSpPr>
          <p:cNvPr id="454" name="Google Shape;454;g292a81341b2_2_77:notes">
            <a:extLst>
              <a:ext uri="{FF2B5EF4-FFF2-40B4-BE49-F238E27FC236}">
                <a16:creationId xmlns:a16="http://schemas.microsoft.com/office/drawing/2014/main" id="{4A9514B2-3C2F-1466-0CDE-E67F64407A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5" name="Google Shape;455;g292a81341b2_2_77:notes">
            <a:extLst>
              <a:ext uri="{FF2B5EF4-FFF2-40B4-BE49-F238E27FC236}">
                <a16:creationId xmlns:a16="http://schemas.microsoft.com/office/drawing/2014/main" id="{523D23DB-B005-290C-8B0D-90B2C0E70E3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035556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a:extLst>
            <a:ext uri="{FF2B5EF4-FFF2-40B4-BE49-F238E27FC236}">
              <a16:creationId xmlns:a16="http://schemas.microsoft.com/office/drawing/2014/main" id="{4422DD82-DAC5-D053-F28F-B9698260809A}"/>
            </a:ext>
          </a:extLst>
        </p:cNvPr>
        <p:cNvGrpSpPr/>
        <p:nvPr/>
      </p:nvGrpSpPr>
      <p:grpSpPr>
        <a:xfrm>
          <a:off x="0" y="0"/>
          <a:ext cx="0" cy="0"/>
          <a:chOff x="0" y="0"/>
          <a:chExt cx="0" cy="0"/>
        </a:xfrm>
      </p:grpSpPr>
      <p:sp>
        <p:nvSpPr>
          <p:cNvPr id="486" name="Google Shape;486;g292a81341b2_3_3:notes">
            <a:extLst>
              <a:ext uri="{FF2B5EF4-FFF2-40B4-BE49-F238E27FC236}">
                <a16:creationId xmlns:a16="http://schemas.microsoft.com/office/drawing/2014/main" id="{46D25C6F-BC0E-0AE8-705A-DDDE4472345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87" name="Google Shape;487;g292a81341b2_3_3:notes">
            <a:extLst>
              <a:ext uri="{FF2B5EF4-FFF2-40B4-BE49-F238E27FC236}">
                <a16:creationId xmlns:a16="http://schemas.microsoft.com/office/drawing/2014/main" id="{A7C9E9D9-F96C-13BB-0AE3-C27E64C9FA8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505855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a:extLst>
            <a:ext uri="{FF2B5EF4-FFF2-40B4-BE49-F238E27FC236}">
              <a16:creationId xmlns:a16="http://schemas.microsoft.com/office/drawing/2014/main" id="{B698FA83-3047-6BC6-28EB-4057BB8FEDD6}"/>
            </a:ext>
          </a:extLst>
        </p:cNvPr>
        <p:cNvGrpSpPr/>
        <p:nvPr/>
      </p:nvGrpSpPr>
      <p:grpSpPr>
        <a:xfrm>
          <a:off x="0" y="0"/>
          <a:ext cx="0" cy="0"/>
          <a:chOff x="0" y="0"/>
          <a:chExt cx="0" cy="0"/>
        </a:xfrm>
      </p:grpSpPr>
      <p:sp>
        <p:nvSpPr>
          <p:cNvPr id="486" name="Google Shape;486;g292a81341b2_3_3:notes">
            <a:extLst>
              <a:ext uri="{FF2B5EF4-FFF2-40B4-BE49-F238E27FC236}">
                <a16:creationId xmlns:a16="http://schemas.microsoft.com/office/drawing/2014/main" id="{E6DA8659-54E6-3DEF-A647-BC562A6926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87" name="Google Shape;487;g292a81341b2_3_3:notes">
            <a:extLst>
              <a:ext uri="{FF2B5EF4-FFF2-40B4-BE49-F238E27FC236}">
                <a16:creationId xmlns:a16="http://schemas.microsoft.com/office/drawing/2014/main" id="{97E0E3A2-4B4F-CC27-9E92-97FADCCE7AA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321296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g292581b7e23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7" name="Google Shape;437;g292581b7e23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5">
          <a:extLst>
            <a:ext uri="{FF2B5EF4-FFF2-40B4-BE49-F238E27FC236}">
              <a16:creationId xmlns:a16="http://schemas.microsoft.com/office/drawing/2014/main" id="{2732F4C1-B9BA-7799-95B8-C52B38287FE0}"/>
            </a:ext>
          </a:extLst>
        </p:cNvPr>
        <p:cNvGrpSpPr/>
        <p:nvPr/>
      </p:nvGrpSpPr>
      <p:grpSpPr>
        <a:xfrm>
          <a:off x="0" y="0"/>
          <a:ext cx="0" cy="0"/>
          <a:chOff x="0" y="0"/>
          <a:chExt cx="0" cy="0"/>
        </a:xfrm>
      </p:grpSpPr>
      <p:sp>
        <p:nvSpPr>
          <p:cNvPr id="726" name="Google Shape;726;g292b8f97649_1_369:notes">
            <a:extLst>
              <a:ext uri="{FF2B5EF4-FFF2-40B4-BE49-F238E27FC236}">
                <a16:creationId xmlns:a16="http://schemas.microsoft.com/office/drawing/2014/main" id="{F373BE5A-63DA-0F77-5F47-28B6E8AA3D6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727" name="Google Shape;727;g292b8f97649_1_369:notes">
            <a:extLst>
              <a:ext uri="{FF2B5EF4-FFF2-40B4-BE49-F238E27FC236}">
                <a16:creationId xmlns:a16="http://schemas.microsoft.com/office/drawing/2014/main" id="{3E350C57-030D-F48D-EDA2-7C6FDCBC63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512501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a:extLst>
            <a:ext uri="{FF2B5EF4-FFF2-40B4-BE49-F238E27FC236}">
              <a16:creationId xmlns:a16="http://schemas.microsoft.com/office/drawing/2014/main" id="{2DDCAD86-DAB6-A72A-BBF3-87C9F1992281}"/>
            </a:ext>
          </a:extLst>
        </p:cNvPr>
        <p:cNvGrpSpPr/>
        <p:nvPr/>
      </p:nvGrpSpPr>
      <p:grpSpPr>
        <a:xfrm>
          <a:off x="0" y="0"/>
          <a:ext cx="0" cy="0"/>
          <a:chOff x="0" y="0"/>
          <a:chExt cx="0" cy="0"/>
        </a:xfrm>
      </p:grpSpPr>
      <p:sp>
        <p:nvSpPr>
          <p:cNvPr id="454" name="Google Shape;454;g292a81341b2_2_77:notes">
            <a:extLst>
              <a:ext uri="{FF2B5EF4-FFF2-40B4-BE49-F238E27FC236}">
                <a16:creationId xmlns:a16="http://schemas.microsoft.com/office/drawing/2014/main" id="{194618DE-F696-A1BE-2E80-ECDBACA9D7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5" name="Google Shape;455;g292a81341b2_2_77:notes">
            <a:extLst>
              <a:ext uri="{FF2B5EF4-FFF2-40B4-BE49-F238E27FC236}">
                <a16:creationId xmlns:a16="http://schemas.microsoft.com/office/drawing/2014/main" id="{B51AFC79-9AF3-19C8-5F90-B4852FA4FE7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764909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5">
          <a:extLst>
            <a:ext uri="{FF2B5EF4-FFF2-40B4-BE49-F238E27FC236}">
              <a16:creationId xmlns:a16="http://schemas.microsoft.com/office/drawing/2014/main" id="{1A3A6440-B3C8-ADBB-CF59-7B1634F3D9F4}"/>
            </a:ext>
          </a:extLst>
        </p:cNvPr>
        <p:cNvGrpSpPr/>
        <p:nvPr/>
      </p:nvGrpSpPr>
      <p:grpSpPr>
        <a:xfrm>
          <a:off x="0" y="0"/>
          <a:ext cx="0" cy="0"/>
          <a:chOff x="0" y="0"/>
          <a:chExt cx="0" cy="0"/>
        </a:xfrm>
      </p:grpSpPr>
      <p:sp>
        <p:nvSpPr>
          <p:cNvPr id="726" name="Google Shape;726;g292b8f97649_1_369:notes">
            <a:extLst>
              <a:ext uri="{FF2B5EF4-FFF2-40B4-BE49-F238E27FC236}">
                <a16:creationId xmlns:a16="http://schemas.microsoft.com/office/drawing/2014/main" id="{1E7203B7-A9EB-65C9-B576-7262A9EAA0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727" name="Google Shape;727;g292b8f97649_1_369:notes">
            <a:extLst>
              <a:ext uri="{FF2B5EF4-FFF2-40B4-BE49-F238E27FC236}">
                <a16:creationId xmlns:a16="http://schemas.microsoft.com/office/drawing/2014/main" id="{845DDB6E-E2B9-CDBA-3258-07ECF328167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094846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a:extLst>
            <a:ext uri="{FF2B5EF4-FFF2-40B4-BE49-F238E27FC236}">
              <a16:creationId xmlns:a16="http://schemas.microsoft.com/office/drawing/2014/main" id="{2B3FC861-D681-2F6E-FB89-540EAEB8BD22}"/>
            </a:ext>
          </a:extLst>
        </p:cNvPr>
        <p:cNvGrpSpPr/>
        <p:nvPr/>
      </p:nvGrpSpPr>
      <p:grpSpPr>
        <a:xfrm>
          <a:off x="0" y="0"/>
          <a:ext cx="0" cy="0"/>
          <a:chOff x="0" y="0"/>
          <a:chExt cx="0" cy="0"/>
        </a:xfrm>
      </p:grpSpPr>
      <p:sp>
        <p:nvSpPr>
          <p:cNvPr id="454" name="Google Shape;454;g292a81341b2_2_77:notes">
            <a:extLst>
              <a:ext uri="{FF2B5EF4-FFF2-40B4-BE49-F238E27FC236}">
                <a16:creationId xmlns:a16="http://schemas.microsoft.com/office/drawing/2014/main" id="{88A27B22-C4D5-D979-04C3-5BE4A508C0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5" name="Google Shape;455;g292a81341b2_2_77:notes">
            <a:extLst>
              <a:ext uri="{FF2B5EF4-FFF2-40B4-BE49-F238E27FC236}">
                <a16:creationId xmlns:a16="http://schemas.microsoft.com/office/drawing/2014/main" id="{81B71638-349B-E09C-A9BA-1A64098AD81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89153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a:extLst>
            <a:ext uri="{FF2B5EF4-FFF2-40B4-BE49-F238E27FC236}">
              <a16:creationId xmlns:a16="http://schemas.microsoft.com/office/drawing/2014/main" id="{7B1AFB05-2F4B-20E3-D87A-C502AA86C40D}"/>
            </a:ext>
          </a:extLst>
        </p:cNvPr>
        <p:cNvGrpSpPr/>
        <p:nvPr/>
      </p:nvGrpSpPr>
      <p:grpSpPr>
        <a:xfrm>
          <a:off x="0" y="0"/>
          <a:ext cx="0" cy="0"/>
          <a:chOff x="0" y="0"/>
          <a:chExt cx="0" cy="0"/>
        </a:xfrm>
      </p:grpSpPr>
      <p:sp>
        <p:nvSpPr>
          <p:cNvPr id="436" name="Google Shape;436;g292581b7e23_0_92:notes">
            <a:extLst>
              <a:ext uri="{FF2B5EF4-FFF2-40B4-BE49-F238E27FC236}">
                <a16:creationId xmlns:a16="http://schemas.microsoft.com/office/drawing/2014/main" id="{43F399BC-416C-2C37-0409-ECDD6B1C72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37" name="Google Shape;437;g292581b7e23_0_92:notes">
            <a:extLst>
              <a:ext uri="{FF2B5EF4-FFF2-40B4-BE49-F238E27FC236}">
                <a16:creationId xmlns:a16="http://schemas.microsoft.com/office/drawing/2014/main" id="{89DF5325-8251-43DD-6D3C-E3FEC73895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778992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a:extLst>
            <a:ext uri="{FF2B5EF4-FFF2-40B4-BE49-F238E27FC236}">
              <a16:creationId xmlns:a16="http://schemas.microsoft.com/office/drawing/2014/main" id="{E4FAD18D-0AC7-C1C4-F482-A6FF7F5155C6}"/>
            </a:ext>
          </a:extLst>
        </p:cNvPr>
        <p:cNvGrpSpPr/>
        <p:nvPr/>
      </p:nvGrpSpPr>
      <p:grpSpPr>
        <a:xfrm>
          <a:off x="0" y="0"/>
          <a:ext cx="0" cy="0"/>
          <a:chOff x="0" y="0"/>
          <a:chExt cx="0" cy="0"/>
        </a:xfrm>
      </p:grpSpPr>
      <p:sp>
        <p:nvSpPr>
          <p:cNvPr id="405" name="Google Shape;405;g292581b7e23_0_108:notes">
            <a:extLst>
              <a:ext uri="{FF2B5EF4-FFF2-40B4-BE49-F238E27FC236}">
                <a16:creationId xmlns:a16="http://schemas.microsoft.com/office/drawing/2014/main" id="{8240119B-B40C-3F76-22AF-D37B4DDE64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06" name="Google Shape;406;g292581b7e23_0_108:notes">
            <a:extLst>
              <a:ext uri="{FF2B5EF4-FFF2-40B4-BE49-F238E27FC236}">
                <a16:creationId xmlns:a16="http://schemas.microsoft.com/office/drawing/2014/main" id="{D47636FD-30B1-CDFC-2F67-A64F85A5A97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89169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a:extLst>
            <a:ext uri="{FF2B5EF4-FFF2-40B4-BE49-F238E27FC236}">
              <a16:creationId xmlns:a16="http://schemas.microsoft.com/office/drawing/2014/main" id="{9CC7AC09-5265-55D0-8959-6F62C1ED0E68}"/>
            </a:ext>
          </a:extLst>
        </p:cNvPr>
        <p:cNvGrpSpPr/>
        <p:nvPr/>
      </p:nvGrpSpPr>
      <p:grpSpPr>
        <a:xfrm>
          <a:off x="0" y="0"/>
          <a:ext cx="0" cy="0"/>
          <a:chOff x="0" y="0"/>
          <a:chExt cx="0" cy="0"/>
        </a:xfrm>
      </p:grpSpPr>
      <p:sp>
        <p:nvSpPr>
          <p:cNvPr id="486" name="Google Shape;486;g292a81341b2_3_3:notes">
            <a:extLst>
              <a:ext uri="{FF2B5EF4-FFF2-40B4-BE49-F238E27FC236}">
                <a16:creationId xmlns:a16="http://schemas.microsoft.com/office/drawing/2014/main" id="{81A0D27F-8B9C-C76D-D022-2E21FDB342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87" name="Google Shape;487;g292a81341b2_3_3:notes">
            <a:extLst>
              <a:ext uri="{FF2B5EF4-FFF2-40B4-BE49-F238E27FC236}">
                <a16:creationId xmlns:a16="http://schemas.microsoft.com/office/drawing/2014/main" id="{B5160EF9-C3F7-3303-82F4-D7FD617C912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938226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a:extLst>
            <a:ext uri="{FF2B5EF4-FFF2-40B4-BE49-F238E27FC236}">
              <a16:creationId xmlns:a16="http://schemas.microsoft.com/office/drawing/2014/main" id="{E5D906F3-85A7-FD47-EA80-409980BA7759}"/>
            </a:ext>
          </a:extLst>
        </p:cNvPr>
        <p:cNvGrpSpPr/>
        <p:nvPr/>
      </p:nvGrpSpPr>
      <p:grpSpPr>
        <a:xfrm>
          <a:off x="0" y="0"/>
          <a:ext cx="0" cy="0"/>
          <a:chOff x="0" y="0"/>
          <a:chExt cx="0" cy="0"/>
        </a:xfrm>
      </p:grpSpPr>
      <p:sp>
        <p:nvSpPr>
          <p:cNvPr id="436" name="Google Shape;436;g292581b7e23_0_92:notes">
            <a:extLst>
              <a:ext uri="{FF2B5EF4-FFF2-40B4-BE49-F238E27FC236}">
                <a16:creationId xmlns:a16="http://schemas.microsoft.com/office/drawing/2014/main" id="{AF77708C-069E-DC0A-A4F1-E6EBFAD9D9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37" name="Google Shape;437;g292581b7e23_0_92:notes">
            <a:extLst>
              <a:ext uri="{FF2B5EF4-FFF2-40B4-BE49-F238E27FC236}">
                <a16:creationId xmlns:a16="http://schemas.microsoft.com/office/drawing/2014/main" id="{3E821EDC-2A0C-F7DF-3381-F97DD0D46F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775689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a:extLst>
            <a:ext uri="{FF2B5EF4-FFF2-40B4-BE49-F238E27FC236}">
              <a16:creationId xmlns:a16="http://schemas.microsoft.com/office/drawing/2014/main" id="{C161BF79-F67A-4BFC-1D3A-3EE8761FFD20}"/>
            </a:ext>
          </a:extLst>
        </p:cNvPr>
        <p:cNvGrpSpPr/>
        <p:nvPr/>
      </p:nvGrpSpPr>
      <p:grpSpPr>
        <a:xfrm>
          <a:off x="0" y="0"/>
          <a:ext cx="0" cy="0"/>
          <a:chOff x="0" y="0"/>
          <a:chExt cx="0" cy="0"/>
        </a:xfrm>
      </p:grpSpPr>
      <p:sp>
        <p:nvSpPr>
          <p:cNvPr id="486" name="Google Shape;486;g292a81341b2_3_3:notes">
            <a:extLst>
              <a:ext uri="{FF2B5EF4-FFF2-40B4-BE49-F238E27FC236}">
                <a16:creationId xmlns:a16="http://schemas.microsoft.com/office/drawing/2014/main" id="{98879FF0-7FFE-410B-A6D3-7D4E2D12B6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87" name="Google Shape;487;g292a81341b2_3_3:notes">
            <a:extLst>
              <a:ext uri="{FF2B5EF4-FFF2-40B4-BE49-F238E27FC236}">
                <a16:creationId xmlns:a16="http://schemas.microsoft.com/office/drawing/2014/main" id="{0D7835ED-2F05-0E73-D4E2-6714C4876CE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822583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a:extLst>
            <a:ext uri="{FF2B5EF4-FFF2-40B4-BE49-F238E27FC236}">
              <a16:creationId xmlns:a16="http://schemas.microsoft.com/office/drawing/2014/main" id="{CA0B0F81-8950-6019-09FD-BDF15D2EC234}"/>
            </a:ext>
          </a:extLst>
        </p:cNvPr>
        <p:cNvGrpSpPr/>
        <p:nvPr/>
      </p:nvGrpSpPr>
      <p:grpSpPr>
        <a:xfrm>
          <a:off x="0" y="0"/>
          <a:ext cx="0" cy="0"/>
          <a:chOff x="0" y="0"/>
          <a:chExt cx="0" cy="0"/>
        </a:xfrm>
      </p:grpSpPr>
      <p:sp>
        <p:nvSpPr>
          <p:cNvPr id="486" name="Google Shape;486;g292a81341b2_3_3:notes">
            <a:extLst>
              <a:ext uri="{FF2B5EF4-FFF2-40B4-BE49-F238E27FC236}">
                <a16:creationId xmlns:a16="http://schemas.microsoft.com/office/drawing/2014/main" id="{6119125E-EE73-BAB3-44C0-3FABCCC7ED6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87" name="Google Shape;487;g292a81341b2_3_3:notes">
            <a:extLst>
              <a:ext uri="{FF2B5EF4-FFF2-40B4-BE49-F238E27FC236}">
                <a16:creationId xmlns:a16="http://schemas.microsoft.com/office/drawing/2014/main" id="{7CFF1FB9-9479-9B4E-4775-316C15F0251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407212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a:extLst>
            <a:ext uri="{FF2B5EF4-FFF2-40B4-BE49-F238E27FC236}">
              <a16:creationId xmlns:a16="http://schemas.microsoft.com/office/drawing/2014/main" id="{A8AB8ABC-B53F-E1B3-0557-F4F8C209015E}"/>
            </a:ext>
          </a:extLst>
        </p:cNvPr>
        <p:cNvGrpSpPr/>
        <p:nvPr/>
      </p:nvGrpSpPr>
      <p:grpSpPr>
        <a:xfrm>
          <a:off x="0" y="0"/>
          <a:ext cx="0" cy="0"/>
          <a:chOff x="0" y="0"/>
          <a:chExt cx="0" cy="0"/>
        </a:xfrm>
      </p:grpSpPr>
      <p:sp>
        <p:nvSpPr>
          <p:cNvPr id="436" name="Google Shape;436;g292581b7e23_0_92:notes">
            <a:extLst>
              <a:ext uri="{FF2B5EF4-FFF2-40B4-BE49-F238E27FC236}">
                <a16:creationId xmlns:a16="http://schemas.microsoft.com/office/drawing/2014/main" id="{CFB746C9-03BA-91E7-875D-B9E073EF16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37" name="Google Shape;437;g292581b7e23_0_92:notes">
            <a:extLst>
              <a:ext uri="{FF2B5EF4-FFF2-40B4-BE49-F238E27FC236}">
                <a16:creationId xmlns:a16="http://schemas.microsoft.com/office/drawing/2014/main" id="{CB03790A-B9C0-ED4A-4A8A-6F947B6CACF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585969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a:extLst>
            <a:ext uri="{FF2B5EF4-FFF2-40B4-BE49-F238E27FC236}">
              <a16:creationId xmlns:a16="http://schemas.microsoft.com/office/drawing/2014/main" id="{6894B38F-1DFC-716F-C888-8CBD85267EF4}"/>
            </a:ext>
          </a:extLst>
        </p:cNvPr>
        <p:cNvGrpSpPr/>
        <p:nvPr/>
      </p:nvGrpSpPr>
      <p:grpSpPr>
        <a:xfrm>
          <a:off x="0" y="0"/>
          <a:ext cx="0" cy="0"/>
          <a:chOff x="0" y="0"/>
          <a:chExt cx="0" cy="0"/>
        </a:xfrm>
      </p:grpSpPr>
      <p:sp>
        <p:nvSpPr>
          <p:cNvPr id="486" name="Google Shape;486;g292a81341b2_3_3:notes">
            <a:extLst>
              <a:ext uri="{FF2B5EF4-FFF2-40B4-BE49-F238E27FC236}">
                <a16:creationId xmlns:a16="http://schemas.microsoft.com/office/drawing/2014/main" id="{2C378B6B-0868-502F-BC49-10968EDE48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87" name="Google Shape;487;g292a81341b2_3_3:notes">
            <a:extLst>
              <a:ext uri="{FF2B5EF4-FFF2-40B4-BE49-F238E27FC236}">
                <a16:creationId xmlns:a16="http://schemas.microsoft.com/office/drawing/2014/main" id="{84089E5B-06A0-576D-53C4-5E4437C5291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530756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g292a81341b2_2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55" name="Google Shape;455;g292a81341b2_2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292a81341b2_3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87" name="Google Shape;487;g292a81341b2_3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g292a81341b2_3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36" name="Google Shape;536;g292a81341b2_3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135579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g292581b7e23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27" name="Google Shape;527;g292581b7e23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9384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8.png"/><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10" name="Google Shape;10;p2"/>
          <p:cNvSpPr txBox="1">
            <a:spLocks noGrp="1"/>
          </p:cNvSpPr>
          <p:nvPr>
            <p:ph type="ctrTitle"/>
          </p:nvPr>
        </p:nvSpPr>
        <p:spPr>
          <a:xfrm>
            <a:off x="1234950" y="1398100"/>
            <a:ext cx="6486900" cy="1560600"/>
          </a:xfrm>
          <a:prstGeom prst="rect">
            <a:avLst/>
          </a:prstGeom>
        </p:spPr>
        <p:txBody>
          <a:bodyPr spcFirstLastPara="1" wrap="square" lIns="91425" tIns="91425" rIns="91425" bIns="91425" anchor="b" anchorCtr="0">
            <a:noAutofit/>
          </a:bodyPr>
          <a:lstStyle>
            <a:lvl1pPr lvl="0">
              <a:lnSpc>
                <a:spcPct val="90000"/>
              </a:lnSpc>
              <a:spcBef>
                <a:spcPts val="0"/>
              </a:spcBef>
              <a:spcAft>
                <a:spcPts val="0"/>
              </a:spcAft>
              <a:buClr>
                <a:srgbClr val="191919"/>
              </a:buClr>
              <a:buSzPts val="5200"/>
              <a:buNone/>
              <a:defRPr sz="5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4572000" y="3461550"/>
            <a:ext cx="2947500" cy="3900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5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2" name="Google Shape;12;p2"/>
          <p:cNvGrpSpPr/>
          <p:nvPr/>
        </p:nvGrpSpPr>
        <p:grpSpPr>
          <a:xfrm>
            <a:off x="-268674" y="-322162"/>
            <a:ext cx="9371984" cy="3960713"/>
            <a:chOff x="-268674" y="-322162"/>
            <a:chExt cx="9371984" cy="3960713"/>
          </a:xfrm>
        </p:grpSpPr>
        <p:grpSp>
          <p:nvGrpSpPr>
            <p:cNvPr id="13" name="Google Shape;13;p2"/>
            <p:cNvGrpSpPr/>
            <p:nvPr/>
          </p:nvGrpSpPr>
          <p:grpSpPr>
            <a:xfrm>
              <a:off x="225762" y="151638"/>
              <a:ext cx="8692477" cy="1388125"/>
              <a:chOff x="225762" y="151638"/>
              <a:chExt cx="8692477" cy="1388125"/>
            </a:xfrm>
          </p:grpSpPr>
          <p:pic>
            <p:nvPicPr>
              <p:cNvPr id="14" name="Google Shape;14;p2"/>
              <p:cNvPicPr preferRelativeResize="0"/>
              <p:nvPr/>
            </p:nvPicPr>
            <p:blipFill>
              <a:blip r:embed="rId2">
                <a:alphaModFix/>
              </a:blip>
              <a:stretch>
                <a:fillRect/>
              </a:stretch>
            </p:blipFill>
            <p:spPr>
              <a:xfrm rot="10800000">
                <a:off x="6955037" y="151638"/>
                <a:ext cx="1963202" cy="1388125"/>
              </a:xfrm>
              <a:prstGeom prst="rect">
                <a:avLst/>
              </a:prstGeom>
              <a:noFill/>
              <a:ln>
                <a:noFill/>
              </a:ln>
            </p:spPr>
          </p:pic>
          <p:pic>
            <p:nvPicPr>
              <p:cNvPr id="15" name="Google Shape;15;p2"/>
              <p:cNvPicPr preferRelativeResize="0"/>
              <p:nvPr/>
            </p:nvPicPr>
            <p:blipFill>
              <a:blip r:embed="rId2">
                <a:alphaModFix/>
              </a:blip>
              <a:stretch>
                <a:fillRect/>
              </a:stretch>
            </p:blipFill>
            <p:spPr>
              <a:xfrm rot="10800000" flipH="1">
                <a:off x="225762" y="151638"/>
                <a:ext cx="1963202" cy="1388125"/>
              </a:xfrm>
              <a:prstGeom prst="rect">
                <a:avLst/>
              </a:prstGeom>
              <a:noFill/>
              <a:ln>
                <a:noFill/>
              </a:ln>
            </p:spPr>
          </p:pic>
        </p:grpSp>
        <p:pic>
          <p:nvPicPr>
            <p:cNvPr id="16" name="Google Shape;16;p2"/>
            <p:cNvPicPr preferRelativeResize="0"/>
            <p:nvPr/>
          </p:nvPicPr>
          <p:blipFill>
            <a:blip r:embed="rId3">
              <a:alphaModFix/>
            </a:blip>
            <a:stretch>
              <a:fillRect/>
            </a:stretch>
          </p:blipFill>
          <p:spPr>
            <a:xfrm rot="5400000">
              <a:off x="7371875" y="1504250"/>
              <a:ext cx="2700599" cy="506600"/>
            </a:xfrm>
            <a:prstGeom prst="rect">
              <a:avLst/>
            </a:prstGeom>
            <a:noFill/>
            <a:ln>
              <a:noFill/>
            </a:ln>
          </p:spPr>
        </p:pic>
        <p:pic>
          <p:nvPicPr>
            <p:cNvPr id="17" name="Google Shape;17;p2"/>
            <p:cNvPicPr preferRelativeResize="0"/>
            <p:nvPr/>
          </p:nvPicPr>
          <p:blipFill rotWithShape="1">
            <a:blip r:embed="rId4">
              <a:alphaModFix/>
            </a:blip>
            <a:srcRect t="53278"/>
            <a:stretch/>
          </p:blipFill>
          <p:spPr>
            <a:xfrm rot="10800000">
              <a:off x="-268674" y="2723000"/>
              <a:ext cx="1861925" cy="915551"/>
            </a:xfrm>
            <a:prstGeom prst="rect">
              <a:avLst/>
            </a:prstGeom>
            <a:noFill/>
            <a:ln>
              <a:noFill/>
            </a:ln>
          </p:spPr>
        </p:pic>
        <p:pic>
          <p:nvPicPr>
            <p:cNvPr id="18" name="Google Shape;18;p2"/>
            <p:cNvPicPr preferRelativeResize="0"/>
            <p:nvPr/>
          </p:nvPicPr>
          <p:blipFill>
            <a:blip r:embed="rId4">
              <a:alphaModFix/>
            </a:blip>
            <a:stretch>
              <a:fillRect/>
            </a:stretch>
          </p:blipFill>
          <p:spPr>
            <a:xfrm rot="-5400000">
              <a:off x="7192572" y="-370975"/>
              <a:ext cx="1861925" cy="1959549"/>
            </a:xfrm>
            <a:prstGeom prst="rect">
              <a:avLst/>
            </a:prstGeom>
            <a:noFill/>
            <a:ln>
              <a:noFill/>
            </a:ln>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sp>
        <p:nvSpPr>
          <p:cNvPr id="20" name="Google Shape;20;p3"/>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21" name="Google Shape;21;p3"/>
          <p:cNvSpPr txBox="1">
            <a:spLocks noGrp="1"/>
          </p:cNvSpPr>
          <p:nvPr>
            <p:ph type="title"/>
          </p:nvPr>
        </p:nvSpPr>
        <p:spPr>
          <a:xfrm>
            <a:off x="1902336" y="2352475"/>
            <a:ext cx="5067600" cy="1047000"/>
          </a:xfrm>
          <a:prstGeom prst="rect">
            <a:avLst/>
          </a:prstGeom>
          <a:solidFill>
            <a:schemeClr val="lt1"/>
          </a:solidFill>
        </p:spPr>
        <p:txBody>
          <a:bodyPr spcFirstLastPara="1" wrap="square" lIns="91425" tIns="91425" rIns="91425" bIns="91425" anchor="b" anchorCtr="0">
            <a:noAutofit/>
          </a:bodyPr>
          <a:lstStyle>
            <a:lvl1pPr lvl="0">
              <a:lnSpc>
                <a:spcPct val="115000"/>
              </a:lnSpc>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2" name="Google Shape;22;p3"/>
          <p:cNvSpPr txBox="1">
            <a:spLocks noGrp="1"/>
          </p:cNvSpPr>
          <p:nvPr>
            <p:ph type="title" idx="2" hasCustomPrompt="1"/>
          </p:nvPr>
        </p:nvSpPr>
        <p:spPr>
          <a:xfrm>
            <a:off x="2042402" y="1436575"/>
            <a:ext cx="1995000" cy="9159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lvl1pPr lvl="0" algn="ctr" rtl="0">
              <a:lnSpc>
                <a:spcPct val="115000"/>
              </a:lnSpc>
              <a:spcBef>
                <a:spcPts val="0"/>
              </a:spcBef>
              <a:spcAft>
                <a:spcPts val="0"/>
              </a:spcAft>
              <a:buClr>
                <a:schemeClr val="lt1"/>
              </a:buClr>
              <a:buSzPts val="6000"/>
              <a:buNone/>
              <a:defRPr sz="6000">
                <a:solidFill>
                  <a:schemeClr val="accent3"/>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3" name="Google Shape;23;p3"/>
          <p:cNvSpPr txBox="1">
            <a:spLocks noGrp="1"/>
          </p:cNvSpPr>
          <p:nvPr>
            <p:ph type="subTitle" idx="1"/>
          </p:nvPr>
        </p:nvSpPr>
        <p:spPr>
          <a:xfrm>
            <a:off x="1902324" y="3344388"/>
            <a:ext cx="5067600" cy="375000"/>
          </a:xfrm>
          <a:prstGeom prst="rect">
            <a:avLst/>
          </a:prstGeom>
          <a:solidFill>
            <a:schemeClr val="lt1"/>
          </a:solidFill>
        </p:spPr>
        <p:txBody>
          <a:bodyPr spcFirstLastPara="1" wrap="square" lIns="91425" tIns="91425" rIns="91425" bIns="91425" anchor="t" anchorCtr="0">
            <a:noAutofit/>
          </a:bodyPr>
          <a:lstStyle>
            <a:lvl1pPr lvl="0" rtl="0">
              <a:spcBef>
                <a:spcPts val="0"/>
              </a:spcBef>
              <a:spcAft>
                <a:spcPts val="0"/>
              </a:spcAft>
              <a:buSzPts val="1400"/>
              <a:buNone/>
              <a:defRPr sz="15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4"/>
        <p:cNvGrpSpPr/>
        <p:nvPr/>
      </p:nvGrpSpPr>
      <p:grpSpPr>
        <a:xfrm>
          <a:off x="0" y="0"/>
          <a:ext cx="0" cy="0"/>
          <a:chOff x="0" y="0"/>
          <a:chExt cx="0" cy="0"/>
        </a:xfrm>
      </p:grpSpPr>
      <p:sp>
        <p:nvSpPr>
          <p:cNvPr id="45" name="Google Shape;45;p6"/>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46" name="Google Shape;46;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47" name="Google Shape;47;p6"/>
          <p:cNvGrpSpPr/>
          <p:nvPr/>
        </p:nvGrpSpPr>
        <p:grpSpPr>
          <a:xfrm>
            <a:off x="-539705" y="-195092"/>
            <a:ext cx="9784805" cy="5424242"/>
            <a:chOff x="-539705" y="-195092"/>
            <a:chExt cx="9784805" cy="5424242"/>
          </a:xfrm>
        </p:grpSpPr>
        <p:grpSp>
          <p:nvGrpSpPr>
            <p:cNvPr id="48" name="Google Shape;48;p6"/>
            <p:cNvGrpSpPr/>
            <p:nvPr/>
          </p:nvGrpSpPr>
          <p:grpSpPr>
            <a:xfrm rot="899960">
              <a:off x="-340854" y="-99825"/>
              <a:ext cx="955046" cy="1662400"/>
              <a:chOff x="-191200" y="-67425"/>
              <a:chExt cx="955075" cy="1662450"/>
            </a:xfrm>
          </p:grpSpPr>
          <p:cxnSp>
            <p:nvCxnSpPr>
              <p:cNvPr id="49" name="Google Shape;49;p6"/>
              <p:cNvCxnSpPr/>
              <p:nvPr/>
            </p:nvCxnSpPr>
            <p:spPr>
              <a:xfrm flipH="1">
                <a:off x="331275" y="-67425"/>
                <a:ext cx="432600" cy="685200"/>
              </a:xfrm>
              <a:prstGeom prst="straightConnector1">
                <a:avLst/>
              </a:prstGeom>
              <a:noFill/>
              <a:ln w="9525" cap="flat" cmpd="sng">
                <a:solidFill>
                  <a:schemeClr val="dk2"/>
                </a:solidFill>
                <a:prstDash val="solid"/>
                <a:round/>
                <a:headEnd type="none" w="med" len="med"/>
                <a:tailEnd type="oval" w="med" len="med"/>
              </a:ln>
            </p:spPr>
          </p:cxnSp>
          <p:cxnSp>
            <p:nvCxnSpPr>
              <p:cNvPr id="50" name="Google Shape;50;p6"/>
              <p:cNvCxnSpPr/>
              <p:nvPr/>
            </p:nvCxnSpPr>
            <p:spPr>
              <a:xfrm flipH="1">
                <a:off x="-191200" y="247125"/>
                <a:ext cx="865200" cy="1347900"/>
              </a:xfrm>
              <a:prstGeom prst="straightConnector1">
                <a:avLst/>
              </a:prstGeom>
              <a:noFill/>
              <a:ln w="9525" cap="flat" cmpd="sng">
                <a:solidFill>
                  <a:schemeClr val="accent1"/>
                </a:solidFill>
                <a:prstDash val="solid"/>
                <a:round/>
                <a:headEnd type="oval" w="med" len="med"/>
                <a:tailEnd type="none" w="med" len="med"/>
              </a:ln>
            </p:spPr>
          </p:cxnSp>
        </p:grpSp>
        <p:sp>
          <p:nvSpPr>
            <p:cNvPr id="51" name="Google Shape;51;p6"/>
            <p:cNvSpPr/>
            <p:nvPr/>
          </p:nvSpPr>
          <p:spPr>
            <a:xfrm>
              <a:off x="3881150" y="3437425"/>
              <a:ext cx="5363950" cy="1438325"/>
            </a:xfrm>
            <a:custGeom>
              <a:avLst/>
              <a:gdLst/>
              <a:ahLst/>
              <a:cxnLst/>
              <a:rect l="l" t="t" r="r" b="b"/>
              <a:pathLst>
                <a:path w="214558" h="57533" extrusionOk="0">
                  <a:moveTo>
                    <a:pt x="214558" y="0"/>
                  </a:moveTo>
                  <a:lnTo>
                    <a:pt x="192990" y="29881"/>
                  </a:lnTo>
                  <a:lnTo>
                    <a:pt x="192990" y="53696"/>
                  </a:lnTo>
                  <a:lnTo>
                    <a:pt x="172545" y="53696"/>
                  </a:lnTo>
                  <a:lnTo>
                    <a:pt x="170330" y="57533"/>
                  </a:lnTo>
                  <a:lnTo>
                    <a:pt x="143563" y="57533"/>
                  </a:lnTo>
                  <a:lnTo>
                    <a:pt x="140409" y="54379"/>
                  </a:lnTo>
                  <a:lnTo>
                    <a:pt x="99977" y="54379"/>
                  </a:lnTo>
                  <a:lnTo>
                    <a:pt x="0" y="54379"/>
                  </a:lnTo>
                </a:path>
              </a:pathLst>
            </a:custGeom>
            <a:noFill/>
            <a:ln w="9525" cap="flat" cmpd="sng">
              <a:solidFill>
                <a:schemeClr val="dk2"/>
              </a:solidFill>
              <a:prstDash val="solid"/>
              <a:round/>
              <a:headEnd type="none" w="med" len="med"/>
              <a:tailEnd type="oval" w="med" len="med"/>
            </a:ln>
          </p:spPr>
          <p:txBody>
            <a:bodyPr/>
            <a:lstStyle/>
            <a:p>
              <a:endParaRPr lang="en-US"/>
            </a:p>
          </p:txBody>
        </p:sp>
        <p:sp>
          <p:nvSpPr>
            <p:cNvPr id="52" name="Google Shape;52;p6"/>
            <p:cNvSpPr/>
            <p:nvPr/>
          </p:nvSpPr>
          <p:spPr>
            <a:xfrm>
              <a:off x="3785650" y="4684225"/>
              <a:ext cx="1984050" cy="544925"/>
            </a:xfrm>
            <a:custGeom>
              <a:avLst/>
              <a:gdLst/>
              <a:ahLst/>
              <a:cxnLst/>
              <a:rect l="l" t="t" r="r" b="b"/>
              <a:pathLst>
                <a:path w="79362" h="21797" extrusionOk="0">
                  <a:moveTo>
                    <a:pt x="0" y="21797"/>
                  </a:moveTo>
                  <a:lnTo>
                    <a:pt x="15952" y="2476"/>
                  </a:lnTo>
                  <a:lnTo>
                    <a:pt x="30106" y="2476"/>
                  </a:lnTo>
                  <a:lnTo>
                    <a:pt x="36284" y="8654"/>
                  </a:lnTo>
                  <a:lnTo>
                    <a:pt x="74366" y="8654"/>
                  </a:lnTo>
                  <a:lnTo>
                    <a:pt x="79362" y="0"/>
                  </a:lnTo>
                </a:path>
              </a:pathLst>
            </a:custGeom>
            <a:noFill/>
            <a:ln w="9525" cap="flat" cmpd="sng">
              <a:solidFill>
                <a:schemeClr val="dk2"/>
              </a:solidFill>
              <a:prstDash val="solid"/>
              <a:round/>
              <a:headEnd type="none" w="med" len="med"/>
              <a:tailEnd type="oval" w="med" len="med"/>
            </a:ln>
          </p:spPr>
          <p:txBody>
            <a:bodyPr/>
            <a:lstStyle/>
            <a:p>
              <a:endParaRPr lang="en-US"/>
            </a:p>
          </p:txBody>
        </p:sp>
        <p:cxnSp>
          <p:nvCxnSpPr>
            <p:cNvPr id="53" name="Google Shape;53;p6"/>
            <p:cNvCxnSpPr/>
            <p:nvPr/>
          </p:nvCxnSpPr>
          <p:spPr>
            <a:xfrm>
              <a:off x="8599175" y="4156375"/>
              <a:ext cx="0" cy="1067100"/>
            </a:xfrm>
            <a:prstGeom prst="straightConnector1">
              <a:avLst/>
            </a:prstGeom>
            <a:noFill/>
            <a:ln w="9525" cap="flat" cmpd="sng">
              <a:solidFill>
                <a:schemeClr val="accent1"/>
              </a:solidFill>
              <a:prstDash val="solid"/>
              <a:round/>
              <a:headEnd type="oval" w="med" len="med"/>
              <a:tailEnd type="none" w="med" len="med"/>
            </a:ln>
          </p:spPr>
        </p:cxnSp>
      </p:grpSp>
      <p:pic>
        <p:nvPicPr>
          <p:cNvPr id="54" name="Google Shape;54;p6"/>
          <p:cNvPicPr preferRelativeResize="0"/>
          <p:nvPr/>
        </p:nvPicPr>
        <p:blipFill>
          <a:blip r:embed="rId2">
            <a:alphaModFix/>
          </a:blip>
          <a:stretch>
            <a:fillRect/>
          </a:stretch>
        </p:blipFill>
        <p:spPr>
          <a:xfrm>
            <a:off x="8024899" y="4658424"/>
            <a:ext cx="456876" cy="24295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5"/>
        <p:cNvGrpSpPr/>
        <p:nvPr/>
      </p:nvGrpSpPr>
      <p:grpSpPr>
        <a:xfrm>
          <a:off x="0" y="0"/>
          <a:ext cx="0" cy="0"/>
          <a:chOff x="0" y="0"/>
          <a:chExt cx="0" cy="0"/>
        </a:xfrm>
      </p:grpSpPr>
      <p:sp>
        <p:nvSpPr>
          <p:cNvPr id="56" name="Google Shape;56;p7"/>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57" name="Google Shape;57;p7"/>
          <p:cNvSpPr txBox="1">
            <a:spLocks noGrp="1"/>
          </p:cNvSpPr>
          <p:nvPr>
            <p:ph type="title"/>
          </p:nvPr>
        </p:nvSpPr>
        <p:spPr>
          <a:xfrm>
            <a:off x="720000" y="794275"/>
            <a:ext cx="4855200" cy="9774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8" name="Google Shape;58;p7"/>
          <p:cNvSpPr txBox="1">
            <a:spLocks noGrp="1"/>
          </p:cNvSpPr>
          <p:nvPr>
            <p:ph type="subTitle" idx="1"/>
          </p:nvPr>
        </p:nvSpPr>
        <p:spPr>
          <a:xfrm>
            <a:off x="720000" y="1986050"/>
            <a:ext cx="4855200" cy="20208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Font typeface="Nuni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endParaRPr/>
          </a:p>
        </p:txBody>
      </p:sp>
      <p:grpSp>
        <p:nvGrpSpPr>
          <p:cNvPr id="59" name="Google Shape;59;p7"/>
          <p:cNvGrpSpPr/>
          <p:nvPr/>
        </p:nvGrpSpPr>
        <p:grpSpPr>
          <a:xfrm>
            <a:off x="182702" y="-234952"/>
            <a:ext cx="9024798" cy="5339105"/>
            <a:chOff x="182702" y="-234952"/>
            <a:chExt cx="9024798" cy="5339105"/>
          </a:xfrm>
        </p:grpSpPr>
        <p:pic>
          <p:nvPicPr>
            <p:cNvPr id="60" name="Google Shape;60;p7"/>
            <p:cNvPicPr preferRelativeResize="0"/>
            <p:nvPr/>
          </p:nvPicPr>
          <p:blipFill>
            <a:blip r:embed="rId2">
              <a:alphaModFix/>
            </a:blip>
            <a:stretch>
              <a:fillRect/>
            </a:stretch>
          </p:blipFill>
          <p:spPr>
            <a:xfrm rot="-5400000">
              <a:off x="7298613" y="-283715"/>
              <a:ext cx="1860124" cy="1957650"/>
            </a:xfrm>
            <a:prstGeom prst="rect">
              <a:avLst/>
            </a:prstGeom>
            <a:noFill/>
            <a:ln>
              <a:noFill/>
            </a:ln>
          </p:spPr>
        </p:pic>
        <p:grpSp>
          <p:nvGrpSpPr>
            <p:cNvPr id="61" name="Google Shape;61;p7"/>
            <p:cNvGrpSpPr/>
            <p:nvPr/>
          </p:nvGrpSpPr>
          <p:grpSpPr>
            <a:xfrm>
              <a:off x="182702" y="4549372"/>
              <a:ext cx="1318665" cy="554781"/>
              <a:chOff x="184150" y="4403675"/>
              <a:chExt cx="1412300" cy="594175"/>
            </a:xfrm>
          </p:grpSpPr>
          <p:pic>
            <p:nvPicPr>
              <p:cNvPr id="62" name="Google Shape;62;p7"/>
              <p:cNvPicPr preferRelativeResize="0"/>
              <p:nvPr/>
            </p:nvPicPr>
            <p:blipFill rotWithShape="1">
              <a:blip r:embed="rId3">
                <a:alphaModFix/>
              </a:blip>
              <a:srcRect r="51777"/>
              <a:stretch/>
            </p:blipFill>
            <p:spPr>
              <a:xfrm rot="10800000">
                <a:off x="184150" y="4534925"/>
                <a:ext cx="1190051" cy="462925"/>
              </a:xfrm>
              <a:prstGeom prst="rect">
                <a:avLst/>
              </a:prstGeom>
              <a:noFill/>
              <a:ln>
                <a:noFill/>
              </a:ln>
            </p:spPr>
          </p:pic>
          <p:pic>
            <p:nvPicPr>
              <p:cNvPr id="63" name="Google Shape;63;p7"/>
              <p:cNvPicPr preferRelativeResize="0"/>
              <p:nvPr/>
            </p:nvPicPr>
            <p:blipFill rotWithShape="1">
              <a:blip r:embed="rId3">
                <a:alphaModFix/>
              </a:blip>
              <a:srcRect t="-2240" r="42772" b="2230"/>
              <a:stretch/>
            </p:blipFill>
            <p:spPr>
              <a:xfrm rot="10800000">
                <a:off x="184151" y="4403675"/>
                <a:ext cx="1412299" cy="462950"/>
              </a:xfrm>
              <a:prstGeom prst="rect">
                <a:avLst/>
              </a:prstGeom>
              <a:noFill/>
              <a:ln>
                <a:noFill/>
              </a:ln>
            </p:spPr>
          </p:pic>
        </p:grpSp>
      </p:grpSp>
      <p:pic>
        <p:nvPicPr>
          <p:cNvPr id="64" name="Google Shape;64;p7"/>
          <p:cNvPicPr preferRelativeResize="0"/>
          <p:nvPr/>
        </p:nvPicPr>
        <p:blipFill rotWithShape="1">
          <a:blip r:embed="rId4">
            <a:alphaModFix/>
          </a:blip>
          <a:srcRect l="1942" b="8692"/>
          <a:stretch/>
        </p:blipFill>
        <p:spPr>
          <a:xfrm flipH="1">
            <a:off x="5295899" y="3831200"/>
            <a:ext cx="3854451" cy="13123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82"/>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83"/>
        <p:cNvGrpSpPr/>
        <p:nvPr/>
      </p:nvGrpSpPr>
      <p:grpSpPr>
        <a:xfrm>
          <a:off x="0" y="0"/>
          <a:ext cx="0" cy="0"/>
          <a:chOff x="0" y="0"/>
          <a:chExt cx="0" cy="0"/>
        </a:xfrm>
      </p:grpSpPr>
      <p:sp>
        <p:nvSpPr>
          <p:cNvPr id="84" name="Google Shape;84;p13"/>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85" name="Google Shape;85;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6" name="Google Shape;86;p13"/>
          <p:cNvSpPr txBox="1">
            <a:spLocks noGrp="1"/>
          </p:cNvSpPr>
          <p:nvPr>
            <p:ph type="subTitle" idx="1"/>
          </p:nvPr>
        </p:nvSpPr>
        <p:spPr>
          <a:xfrm>
            <a:off x="720000" y="2209200"/>
            <a:ext cx="28383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7" name="Google Shape;87;p13"/>
          <p:cNvSpPr txBox="1">
            <a:spLocks noGrp="1"/>
          </p:cNvSpPr>
          <p:nvPr>
            <p:ph type="subTitle" idx="2"/>
          </p:nvPr>
        </p:nvSpPr>
        <p:spPr>
          <a:xfrm>
            <a:off x="4214900" y="2209200"/>
            <a:ext cx="28383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8" name="Google Shape;88;p13"/>
          <p:cNvSpPr txBox="1">
            <a:spLocks noGrp="1"/>
          </p:cNvSpPr>
          <p:nvPr>
            <p:ph type="subTitle" idx="3"/>
          </p:nvPr>
        </p:nvSpPr>
        <p:spPr>
          <a:xfrm>
            <a:off x="720000" y="3942375"/>
            <a:ext cx="28383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9" name="Google Shape;89;p13"/>
          <p:cNvSpPr txBox="1">
            <a:spLocks noGrp="1"/>
          </p:cNvSpPr>
          <p:nvPr>
            <p:ph type="subTitle" idx="4"/>
          </p:nvPr>
        </p:nvSpPr>
        <p:spPr>
          <a:xfrm>
            <a:off x="4214900" y="3942375"/>
            <a:ext cx="28383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0" name="Google Shape;90;p13"/>
          <p:cNvSpPr txBox="1">
            <a:spLocks noGrp="1"/>
          </p:cNvSpPr>
          <p:nvPr>
            <p:ph type="title" idx="5" hasCustomPrompt="1"/>
          </p:nvPr>
        </p:nvSpPr>
        <p:spPr>
          <a:xfrm>
            <a:off x="821600" y="1332025"/>
            <a:ext cx="904800" cy="447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2400">
                <a:solidFill>
                  <a:schemeClr val="accent3"/>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1" name="Google Shape;91;p13"/>
          <p:cNvSpPr txBox="1">
            <a:spLocks noGrp="1"/>
          </p:cNvSpPr>
          <p:nvPr>
            <p:ph type="title" idx="6" hasCustomPrompt="1"/>
          </p:nvPr>
        </p:nvSpPr>
        <p:spPr>
          <a:xfrm>
            <a:off x="821600" y="3064618"/>
            <a:ext cx="904800" cy="447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2400">
                <a:solidFill>
                  <a:schemeClr val="accent3"/>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2" name="Google Shape;92;p13"/>
          <p:cNvSpPr txBox="1">
            <a:spLocks noGrp="1"/>
          </p:cNvSpPr>
          <p:nvPr>
            <p:ph type="title" idx="7" hasCustomPrompt="1"/>
          </p:nvPr>
        </p:nvSpPr>
        <p:spPr>
          <a:xfrm>
            <a:off x="4316491" y="1332025"/>
            <a:ext cx="904800" cy="447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2400">
                <a:solidFill>
                  <a:schemeClr val="accent3"/>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3" name="Google Shape;93;p13"/>
          <p:cNvSpPr txBox="1">
            <a:spLocks noGrp="1"/>
          </p:cNvSpPr>
          <p:nvPr>
            <p:ph type="title" idx="8" hasCustomPrompt="1"/>
          </p:nvPr>
        </p:nvSpPr>
        <p:spPr>
          <a:xfrm>
            <a:off x="4316491" y="3064618"/>
            <a:ext cx="904800" cy="447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2400">
                <a:solidFill>
                  <a:schemeClr val="accent3"/>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4" name="Google Shape;94;p13"/>
          <p:cNvSpPr txBox="1">
            <a:spLocks noGrp="1"/>
          </p:cNvSpPr>
          <p:nvPr>
            <p:ph type="subTitle" idx="9"/>
          </p:nvPr>
        </p:nvSpPr>
        <p:spPr>
          <a:xfrm>
            <a:off x="720000" y="1801116"/>
            <a:ext cx="28383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95" name="Google Shape;95;p13"/>
          <p:cNvSpPr txBox="1">
            <a:spLocks noGrp="1"/>
          </p:cNvSpPr>
          <p:nvPr>
            <p:ph type="subTitle" idx="13"/>
          </p:nvPr>
        </p:nvSpPr>
        <p:spPr>
          <a:xfrm>
            <a:off x="4214891" y="1801116"/>
            <a:ext cx="28383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96" name="Google Shape;96;p13"/>
          <p:cNvSpPr txBox="1">
            <a:spLocks noGrp="1"/>
          </p:cNvSpPr>
          <p:nvPr>
            <p:ph type="subTitle" idx="14"/>
          </p:nvPr>
        </p:nvSpPr>
        <p:spPr>
          <a:xfrm>
            <a:off x="720000" y="3533776"/>
            <a:ext cx="28383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97" name="Google Shape;97;p13"/>
          <p:cNvSpPr txBox="1">
            <a:spLocks noGrp="1"/>
          </p:cNvSpPr>
          <p:nvPr>
            <p:ph type="subTitle" idx="15"/>
          </p:nvPr>
        </p:nvSpPr>
        <p:spPr>
          <a:xfrm>
            <a:off x="4214891" y="3533776"/>
            <a:ext cx="28383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98" name="Google Shape;98;p13"/>
          <p:cNvGrpSpPr/>
          <p:nvPr/>
        </p:nvGrpSpPr>
        <p:grpSpPr>
          <a:xfrm>
            <a:off x="875350" y="127038"/>
            <a:ext cx="8033701" cy="4846535"/>
            <a:chOff x="875350" y="127038"/>
            <a:chExt cx="8033701" cy="4846535"/>
          </a:xfrm>
        </p:grpSpPr>
        <p:pic>
          <p:nvPicPr>
            <p:cNvPr id="99" name="Google Shape;99;p13"/>
            <p:cNvPicPr preferRelativeResize="0"/>
            <p:nvPr/>
          </p:nvPicPr>
          <p:blipFill>
            <a:blip r:embed="rId2">
              <a:alphaModFix/>
            </a:blip>
            <a:stretch>
              <a:fillRect/>
            </a:stretch>
          </p:blipFill>
          <p:spPr>
            <a:xfrm>
              <a:off x="7262350" y="4591273"/>
              <a:ext cx="1646700" cy="382300"/>
            </a:xfrm>
            <a:prstGeom prst="rect">
              <a:avLst/>
            </a:prstGeom>
            <a:noFill/>
            <a:ln>
              <a:noFill/>
            </a:ln>
          </p:spPr>
        </p:pic>
        <p:pic>
          <p:nvPicPr>
            <p:cNvPr id="100" name="Google Shape;100;p13"/>
            <p:cNvPicPr preferRelativeResize="0"/>
            <p:nvPr/>
          </p:nvPicPr>
          <p:blipFill>
            <a:blip r:embed="rId2">
              <a:alphaModFix/>
            </a:blip>
            <a:stretch>
              <a:fillRect/>
            </a:stretch>
          </p:blipFill>
          <p:spPr>
            <a:xfrm rot="10800000">
              <a:off x="875350" y="127038"/>
              <a:ext cx="797312" cy="185100"/>
            </a:xfrm>
            <a:prstGeom prst="rect">
              <a:avLst/>
            </a:prstGeom>
            <a:noFill/>
            <a:ln>
              <a:noFill/>
            </a:ln>
          </p:spPr>
        </p:pic>
      </p:grpSp>
      <p:grpSp>
        <p:nvGrpSpPr>
          <p:cNvPr id="101" name="Google Shape;101;p13"/>
          <p:cNvGrpSpPr/>
          <p:nvPr/>
        </p:nvGrpSpPr>
        <p:grpSpPr>
          <a:xfrm>
            <a:off x="-989124" y="-114101"/>
            <a:ext cx="9926867" cy="5390476"/>
            <a:chOff x="-989124" y="-114101"/>
            <a:chExt cx="9926867" cy="5390476"/>
          </a:xfrm>
        </p:grpSpPr>
        <p:pic>
          <p:nvPicPr>
            <p:cNvPr id="102" name="Google Shape;102;p13"/>
            <p:cNvPicPr preferRelativeResize="0"/>
            <p:nvPr/>
          </p:nvPicPr>
          <p:blipFill>
            <a:blip r:embed="rId3">
              <a:alphaModFix/>
            </a:blip>
            <a:stretch>
              <a:fillRect/>
            </a:stretch>
          </p:blipFill>
          <p:spPr>
            <a:xfrm rot="-5400000" flipH="1">
              <a:off x="7472389" y="3811021"/>
              <a:ext cx="2467774" cy="462933"/>
            </a:xfrm>
            <a:prstGeom prst="rect">
              <a:avLst/>
            </a:prstGeom>
            <a:noFill/>
            <a:ln>
              <a:noFill/>
            </a:ln>
          </p:spPr>
        </p:pic>
        <p:pic>
          <p:nvPicPr>
            <p:cNvPr id="103" name="Google Shape;103;p13"/>
            <p:cNvPicPr preferRelativeResize="0"/>
            <p:nvPr/>
          </p:nvPicPr>
          <p:blipFill>
            <a:blip r:embed="rId4">
              <a:alphaModFix/>
            </a:blip>
            <a:stretch>
              <a:fillRect/>
            </a:stretch>
          </p:blipFill>
          <p:spPr>
            <a:xfrm flipH="1">
              <a:off x="-989124" y="-114101"/>
              <a:ext cx="2123360" cy="667375"/>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1">
  <p:cSld name="CUSTOM_10">
    <p:spTree>
      <p:nvGrpSpPr>
        <p:cNvPr id="1" name="Shape 122"/>
        <p:cNvGrpSpPr/>
        <p:nvPr/>
      </p:nvGrpSpPr>
      <p:grpSpPr>
        <a:xfrm>
          <a:off x="0" y="0"/>
          <a:ext cx="0" cy="0"/>
          <a:chOff x="0" y="0"/>
          <a:chExt cx="0" cy="0"/>
        </a:xfrm>
      </p:grpSpPr>
      <p:sp>
        <p:nvSpPr>
          <p:cNvPr id="123" name="Google Shape;123;p16"/>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124" name="Google Shape;124;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25" name="Google Shape;125;p16"/>
          <p:cNvPicPr preferRelativeResize="0"/>
          <p:nvPr/>
        </p:nvPicPr>
        <p:blipFill>
          <a:blip r:embed="rId2">
            <a:alphaModFix/>
          </a:blip>
          <a:stretch>
            <a:fillRect/>
          </a:stretch>
        </p:blipFill>
        <p:spPr>
          <a:xfrm rot="5400000">
            <a:off x="144674" y="4585774"/>
            <a:ext cx="456876" cy="242950"/>
          </a:xfrm>
          <a:prstGeom prst="rect">
            <a:avLst/>
          </a:prstGeom>
          <a:noFill/>
          <a:ln>
            <a:noFill/>
          </a:ln>
        </p:spPr>
      </p:pic>
      <p:grpSp>
        <p:nvGrpSpPr>
          <p:cNvPr id="126" name="Google Shape;126;p16"/>
          <p:cNvGrpSpPr/>
          <p:nvPr/>
        </p:nvGrpSpPr>
        <p:grpSpPr>
          <a:xfrm>
            <a:off x="180800" y="151650"/>
            <a:ext cx="7384900" cy="4847217"/>
            <a:chOff x="180800" y="151650"/>
            <a:chExt cx="7384900" cy="4847217"/>
          </a:xfrm>
        </p:grpSpPr>
        <p:pic>
          <p:nvPicPr>
            <p:cNvPr id="127" name="Google Shape;127;p16"/>
            <p:cNvPicPr preferRelativeResize="0"/>
            <p:nvPr/>
          </p:nvPicPr>
          <p:blipFill rotWithShape="1">
            <a:blip r:embed="rId3">
              <a:alphaModFix/>
            </a:blip>
            <a:srcRect l="11402" b="23693"/>
            <a:stretch/>
          </p:blipFill>
          <p:spPr>
            <a:xfrm>
              <a:off x="180800" y="4478792"/>
              <a:ext cx="2380425" cy="520075"/>
            </a:xfrm>
            <a:prstGeom prst="rect">
              <a:avLst/>
            </a:prstGeom>
            <a:noFill/>
            <a:ln>
              <a:noFill/>
            </a:ln>
          </p:spPr>
        </p:pic>
        <p:pic>
          <p:nvPicPr>
            <p:cNvPr id="128" name="Google Shape;128;p16"/>
            <p:cNvPicPr preferRelativeResize="0"/>
            <p:nvPr/>
          </p:nvPicPr>
          <p:blipFill rotWithShape="1">
            <a:blip r:embed="rId3">
              <a:alphaModFix/>
            </a:blip>
            <a:srcRect l="-543" b="23693"/>
            <a:stretch/>
          </p:blipFill>
          <p:spPr>
            <a:xfrm rot="10800000">
              <a:off x="4864399" y="151650"/>
              <a:ext cx="2701301" cy="520075"/>
            </a:xfrm>
            <a:prstGeom prst="rect">
              <a:avLst/>
            </a:prstGeom>
            <a:noFill/>
            <a:ln>
              <a:noFill/>
            </a:ln>
          </p:spPr>
        </p:pic>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2">
  <p:cSld name="CUSTOM_10_1">
    <p:spTree>
      <p:nvGrpSpPr>
        <p:cNvPr id="1" name="Shape 129"/>
        <p:cNvGrpSpPr/>
        <p:nvPr/>
      </p:nvGrpSpPr>
      <p:grpSpPr>
        <a:xfrm>
          <a:off x="0" y="0"/>
          <a:ext cx="0" cy="0"/>
          <a:chOff x="0" y="0"/>
          <a:chExt cx="0" cy="0"/>
        </a:xfrm>
      </p:grpSpPr>
      <p:sp>
        <p:nvSpPr>
          <p:cNvPr id="130" name="Google Shape;130;p17"/>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131" name="Google Shape;131;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132" name="Google Shape;132;p17"/>
          <p:cNvGrpSpPr/>
          <p:nvPr/>
        </p:nvGrpSpPr>
        <p:grpSpPr>
          <a:xfrm>
            <a:off x="182592" y="152134"/>
            <a:ext cx="8782132" cy="4841131"/>
            <a:chOff x="182592" y="152134"/>
            <a:chExt cx="8782132" cy="4841131"/>
          </a:xfrm>
        </p:grpSpPr>
        <p:pic>
          <p:nvPicPr>
            <p:cNvPr id="133" name="Google Shape;133;p17"/>
            <p:cNvPicPr preferRelativeResize="0"/>
            <p:nvPr/>
          </p:nvPicPr>
          <p:blipFill rotWithShape="1">
            <a:blip r:embed="rId2">
              <a:alphaModFix/>
            </a:blip>
            <a:srcRect r="49589" b="7553"/>
            <a:stretch/>
          </p:blipFill>
          <p:spPr>
            <a:xfrm>
              <a:off x="7720725" y="3846041"/>
              <a:ext cx="1243999" cy="1147224"/>
            </a:xfrm>
            <a:prstGeom prst="rect">
              <a:avLst/>
            </a:prstGeom>
            <a:noFill/>
            <a:ln>
              <a:noFill/>
            </a:ln>
          </p:spPr>
        </p:pic>
        <p:pic>
          <p:nvPicPr>
            <p:cNvPr id="134" name="Google Shape;134;p17"/>
            <p:cNvPicPr preferRelativeResize="0"/>
            <p:nvPr/>
          </p:nvPicPr>
          <p:blipFill rotWithShape="1">
            <a:blip r:embed="rId2">
              <a:alphaModFix/>
            </a:blip>
            <a:srcRect r="49589" b="7553"/>
            <a:stretch/>
          </p:blipFill>
          <p:spPr>
            <a:xfrm rot="10800000">
              <a:off x="182592" y="152134"/>
              <a:ext cx="957599" cy="883100"/>
            </a:xfrm>
            <a:prstGeom prst="rect">
              <a:avLst/>
            </a:prstGeom>
            <a:noFill/>
            <a:ln>
              <a:noFill/>
            </a:ln>
          </p:spPr>
        </p:pic>
      </p:grpSp>
      <p:pic>
        <p:nvPicPr>
          <p:cNvPr id="135" name="Google Shape;135;p17"/>
          <p:cNvPicPr preferRelativeResize="0"/>
          <p:nvPr/>
        </p:nvPicPr>
        <p:blipFill>
          <a:blip r:embed="rId3">
            <a:alphaModFix/>
          </a:blip>
          <a:stretch>
            <a:fillRect/>
          </a:stretch>
        </p:blipFill>
        <p:spPr>
          <a:xfrm>
            <a:off x="6322101" y="4409576"/>
            <a:ext cx="2467773" cy="775639"/>
          </a:xfrm>
          <a:prstGeom prst="rect">
            <a:avLst/>
          </a:prstGeom>
          <a:noFill/>
          <a:ln>
            <a:noFill/>
          </a:ln>
        </p:spPr>
      </p:pic>
      <p:pic>
        <p:nvPicPr>
          <p:cNvPr id="136" name="Google Shape;136;p17"/>
          <p:cNvPicPr preferRelativeResize="0"/>
          <p:nvPr/>
        </p:nvPicPr>
        <p:blipFill>
          <a:blip r:embed="rId4">
            <a:alphaModFix/>
          </a:blip>
          <a:stretch>
            <a:fillRect/>
          </a:stretch>
        </p:blipFill>
        <p:spPr>
          <a:xfrm rot="5400000">
            <a:off x="-546499" y="1455823"/>
            <a:ext cx="1811326" cy="42052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_1">
    <p:spTree>
      <p:nvGrpSpPr>
        <p:cNvPr id="1" name="Shape 223"/>
        <p:cNvGrpSpPr/>
        <p:nvPr/>
      </p:nvGrpSpPr>
      <p:grpSpPr>
        <a:xfrm>
          <a:off x="0" y="0"/>
          <a:ext cx="0" cy="0"/>
          <a:chOff x="0" y="0"/>
          <a:chExt cx="0" cy="0"/>
        </a:xfrm>
      </p:grpSpPr>
      <p:sp>
        <p:nvSpPr>
          <p:cNvPr id="224" name="Google Shape;224;p27"/>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225" name="Google Shape;225;p2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26" name="Google Shape;226;p27"/>
          <p:cNvSpPr txBox="1">
            <a:spLocks noGrp="1"/>
          </p:cNvSpPr>
          <p:nvPr>
            <p:ph type="subTitle" idx="1"/>
          </p:nvPr>
        </p:nvSpPr>
        <p:spPr>
          <a:xfrm>
            <a:off x="4845613" y="1731125"/>
            <a:ext cx="3424200" cy="21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27" name="Google Shape;227;p27"/>
          <p:cNvSpPr txBox="1">
            <a:spLocks noGrp="1"/>
          </p:cNvSpPr>
          <p:nvPr>
            <p:ph type="subTitle" idx="2"/>
          </p:nvPr>
        </p:nvSpPr>
        <p:spPr>
          <a:xfrm>
            <a:off x="874188" y="1731125"/>
            <a:ext cx="3424200" cy="21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228" name="Google Shape;228;p27"/>
          <p:cNvGrpSpPr/>
          <p:nvPr/>
        </p:nvGrpSpPr>
        <p:grpSpPr>
          <a:xfrm>
            <a:off x="277425" y="4604002"/>
            <a:ext cx="3542749" cy="419800"/>
            <a:chOff x="277425" y="4604002"/>
            <a:chExt cx="3542749" cy="419800"/>
          </a:xfrm>
        </p:grpSpPr>
        <p:pic>
          <p:nvPicPr>
            <p:cNvPr id="229" name="Google Shape;229;p27"/>
            <p:cNvPicPr preferRelativeResize="0"/>
            <p:nvPr/>
          </p:nvPicPr>
          <p:blipFill rotWithShape="1">
            <a:blip r:embed="rId2">
              <a:alphaModFix/>
            </a:blip>
            <a:srcRect t="26724"/>
            <a:stretch/>
          </p:blipFill>
          <p:spPr>
            <a:xfrm>
              <a:off x="277425" y="4604002"/>
              <a:ext cx="2467749" cy="419800"/>
            </a:xfrm>
            <a:prstGeom prst="rect">
              <a:avLst/>
            </a:prstGeom>
            <a:noFill/>
            <a:ln>
              <a:noFill/>
            </a:ln>
          </p:spPr>
        </p:pic>
        <p:pic>
          <p:nvPicPr>
            <p:cNvPr id="230" name="Google Shape;230;p27"/>
            <p:cNvPicPr preferRelativeResize="0"/>
            <p:nvPr/>
          </p:nvPicPr>
          <p:blipFill rotWithShape="1">
            <a:blip r:embed="rId2">
              <a:alphaModFix/>
            </a:blip>
            <a:srcRect t="26724"/>
            <a:stretch/>
          </p:blipFill>
          <p:spPr>
            <a:xfrm>
              <a:off x="1352425" y="4604002"/>
              <a:ext cx="2467749" cy="419800"/>
            </a:xfrm>
            <a:prstGeom prst="rect">
              <a:avLst/>
            </a:prstGeom>
            <a:noFill/>
            <a:ln>
              <a:noFill/>
            </a:ln>
          </p:spPr>
        </p:pic>
      </p:grpSp>
      <p:grpSp>
        <p:nvGrpSpPr>
          <p:cNvPr id="231" name="Google Shape;231;p27"/>
          <p:cNvGrpSpPr/>
          <p:nvPr/>
        </p:nvGrpSpPr>
        <p:grpSpPr>
          <a:xfrm rot="10800000">
            <a:off x="568325" y="4633850"/>
            <a:ext cx="5797550" cy="230250"/>
            <a:chOff x="5873750" y="218475"/>
            <a:chExt cx="5797550" cy="230250"/>
          </a:xfrm>
        </p:grpSpPr>
        <p:cxnSp>
          <p:nvCxnSpPr>
            <p:cNvPr id="232" name="Google Shape;232;p27"/>
            <p:cNvCxnSpPr/>
            <p:nvPr/>
          </p:nvCxnSpPr>
          <p:spPr>
            <a:xfrm>
              <a:off x="5873750" y="290288"/>
              <a:ext cx="1981200" cy="0"/>
            </a:xfrm>
            <a:prstGeom prst="straightConnector1">
              <a:avLst/>
            </a:prstGeom>
            <a:noFill/>
            <a:ln w="9525" cap="flat" cmpd="sng">
              <a:solidFill>
                <a:schemeClr val="accent1"/>
              </a:solidFill>
              <a:prstDash val="solid"/>
              <a:round/>
              <a:headEnd type="oval" w="med" len="med"/>
              <a:tailEnd type="none" w="med" len="med"/>
            </a:ln>
          </p:spPr>
        </p:cxnSp>
        <p:sp>
          <p:nvSpPr>
            <p:cNvPr id="233" name="Google Shape;233;p27"/>
            <p:cNvSpPr/>
            <p:nvPr/>
          </p:nvSpPr>
          <p:spPr>
            <a:xfrm>
              <a:off x="6800850" y="218475"/>
              <a:ext cx="4870450" cy="230250"/>
            </a:xfrm>
            <a:custGeom>
              <a:avLst/>
              <a:gdLst/>
              <a:ahLst/>
              <a:cxnLst/>
              <a:rect l="l" t="t" r="r" b="b"/>
              <a:pathLst>
                <a:path w="194818" h="9210" extrusionOk="0">
                  <a:moveTo>
                    <a:pt x="194818" y="0"/>
                  </a:moveTo>
                  <a:lnTo>
                    <a:pt x="43688" y="233"/>
                  </a:lnTo>
                  <a:lnTo>
                    <a:pt x="38505" y="9210"/>
                  </a:lnTo>
                  <a:lnTo>
                    <a:pt x="10160" y="9210"/>
                  </a:lnTo>
                  <a:lnTo>
                    <a:pt x="0" y="9210"/>
                  </a:lnTo>
                </a:path>
              </a:pathLst>
            </a:custGeom>
            <a:noFill/>
            <a:ln w="9525" cap="flat" cmpd="sng">
              <a:solidFill>
                <a:schemeClr val="lt2"/>
              </a:solidFill>
              <a:prstDash val="solid"/>
              <a:round/>
              <a:headEnd type="none" w="med" len="med"/>
              <a:tailEnd type="oval" w="med" len="med"/>
            </a:ln>
          </p:spPr>
          <p:txBody>
            <a:bodyPr/>
            <a:lstStyle/>
            <a:p>
              <a:endParaRPr lang="en-US"/>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234"/>
        <p:cNvGrpSpPr/>
        <p:nvPr/>
      </p:nvGrpSpPr>
      <p:grpSpPr>
        <a:xfrm>
          <a:off x="0" y="0"/>
          <a:ext cx="0" cy="0"/>
          <a:chOff x="0" y="0"/>
          <a:chExt cx="0" cy="0"/>
        </a:xfrm>
      </p:grpSpPr>
      <p:sp>
        <p:nvSpPr>
          <p:cNvPr id="235" name="Google Shape;235;p28"/>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236" name="Google Shape;236;p2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37" name="Google Shape;237;p28"/>
          <p:cNvSpPr txBox="1">
            <a:spLocks noGrp="1"/>
          </p:cNvSpPr>
          <p:nvPr>
            <p:ph type="subTitle" idx="1"/>
          </p:nvPr>
        </p:nvSpPr>
        <p:spPr>
          <a:xfrm>
            <a:off x="720000" y="2535201"/>
            <a:ext cx="1979400" cy="10155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38" name="Google Shape;238;p28"/>
          <p:cNvSpPr txBox="1">
            <a:spLocks noGrp="1"/>
          </p:cNvSpPr>
          <p:nvPr>
            <p:ph type="subTitle" idx="2"/>
          </p:nvPr>
        </p:nvSpPr>
        <p:spPr>
          <a:xfrm>
            <a:off x="3588648" y="2535201"/>
            <a:ext cx="1979400" cy="10155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39" name="Google Shape;239;p28"/>
          <p:cNvSpPr txBox="1">
            <a:spLocks noGrp="1"/>
          </p:cNvSpPr>
          <p:nvPr>
            <p:ph type="subTitle" idx="3"/>
          </p:nvPr>
        </p:nvSpPr>
        <p:spPr>
          <a:xfrm>
            <a:off x="6444602" y="2535201"/>
            <a:ext cx="1979400" cy="10155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0" name="Google Shape;240;p28"/>
          <p:cNvSpPr txBox="1">
            <a:spLocks noGrp="1"/>
          </p:cNvSpPr>
          <p:nvPr>
            <p:ph type="subTitle" idx="4"/>
          </p:nvPr>
        </p:nvSpPr>
        <p:spPr>
          <a:xfrm>
            <a:off x="720000" y="2199800"/>
            <a:ext cx="1979400" cy="411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241" name="Google Shape;241;p28"/>
          <p:cNvSpPr txBox="1">
            <a:spLocks noGrp="1"/>
          </p:cNvSpPr>
          <p:nvPr>
            <p:ph type="subTitle" idx="5"/>
          </p:nvPr>
        </p:nvSpPr>
        <p:spPr>
          <a:xfrm>
            <a:off x="3588651" y="2199800"/>
            <a:ext cx="1979400" cy="411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242" name="Google Shape;242;p28"/>
          <p:cNvSpPr txBox="1">
            <a:spLocks noGrp="1"/>
          </p:cNvSpPr>
          <p:nvPr>
            <p:ph type="subTitle" idx="6"/>
          </p:nvPr>
        </p:nvSpPr>
        <p:spPr>
          <a:xfrm>
            <a:off x="6444603" y="2199800"/>
            <a:ext cx="1979400" cy="411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243" name="Google Shape;243;p28"/>
          <p:cNvGrpSpPr/>
          <p:nvPr/>
        </p:nvGrpSpPr>
        <p:grpSpPr>
          <a:xfrm>
            <a:off x="5873750" y="224313"/>
            <a:ext cx="2940050" cy="224425"/>
            <a:chOff x="5873750" y="224313"/>
            <a:chExt cx="2940050" cy="224425"/>
          </a:xfrm>
        </p:grpSpPr>
        <p:cxnSp>
          <p:nvCxnSpPr>
            <p:cNvPr id="244" name="Google Shape;244;p28"/>
            <p:cNvCxnSpPr/>
            <p:nvPr/>
          </p:nvCxnSpPr>
          <p:spPr>
            <a:xfrm>
              <a:off x="5873750" y="290288"/>
              <a:ext cx="1981200" cy="0"/>
            </a:xfrm>
            <a:prstGeom prst="straightConnector1">
              <a:avLst/>
            </a:prstGeom>
            <a:noFill/>
            <a:ln w="9525" cap="flat" cmpd="sng">
              <a:solidFill>
                <a:schemeClr val="accent1"/>
              </a:solidFill>
              <a:prstDash val="solid"/>
              <a:round/>
              <a:headEnd type="oval" w="med" len="med"/>
              <a:tailEnd type="none" w="med" len="med"/>
            </a:ln>
          </p:spPr>
        </p:cxnSp>
        <p:sp>
          <p:nvSpPr>
            <p:cNvPr id="245" name="Google Shape;245;p28"/>
            <p:cNvSpPr/>
            <p:nvPr/>
          </p:nvSpPr>
          <p:spPr>
            <a:xfrm rot="10800000">
              <a:off x="6800850" y="224313"/>
              <a:ext cx="2012950" cy="224425"/>
            </a:xfrm>
            <a:custGeom>
              <a:avLst/>
              <a:gdLst/>
              <a:ahLst/>
              <a:cxnLst/>
              <a:rect l="l" t="t" r="r" b="b"/>
              <a:pathLst>
                <a:path w="80518" h="8977" extrusionOk="0">
                  <a:moveTo>
                    <a:pt x="0" y="8977"/>
                  </a:moveTo>
                  <a:lnTo>
                    <a:pt x="36830" y="8977"/>
                  </a:lnTo>
                  <a:lnTo>
                    <a:pt x="42013" y="0"/>
                  </a:lnTo>
                  <a:lnTo>
                    <a:pt x="70358" y="0"/>
                  </a:lnTo>
                  <a:lnTo>
                    <a:pt x="80518" y="0"/>
                  </a:lnTo>
                </a:path>
              </a:pathLst>
            </a:custGeom>
            <a:noFill/>
            <a:ln w="9525" cap="flat" cmpd="sng">
              <a:solidFill>
                <a:schemeClr val="lt2"/>
              </a:solidFill>
              <a:prstDash val="solid"/>
              <a:round/>
              <a:headEnd type="none" w="med" len="med"/>
              <a:tailEnd type="oval" w="med" len="med"/>
            </a:ln>
          </p:spPr>
          <p:txBody>
            <a:bodyPr/>
            <a:lstStyle/>
            <a:p>
              <a:endParaRPr lang="en-US"/>
            </a:p>
          </p:txBody>
        </p:sp>
      </p:grpSp>
      <p:grpSp>
        <p:nvGrpSpPr>
          <p:cNvPr id="246" name="Google Shape;246;p28"/>
          <p:cNvGrpSpPr/>
          <p:nvPr/>
        </p:nvGrpSpPr>
        <p:grpSpPr>
          <a:xfrm>
            <a:off x="3124200" y="4610350"/>
            <a:ext cx="3549651" cy="387101"/>
            <a:chOff x="3124200" y="4610350"/>
            <a:chExt cx="3549651" cy="387101"/>
          </a:xfrm>
        </p:grpSpPr>
        <p:pic>
          <p:nvPicPr>
            <p:cNvPr id="247" name="Google Shape;247;p28"/>
            <p:cNvPicPr preferRelativeResize="0"/>
            <p:nvPr/>
          </p:nvPicPr>
          <p:blipFill rotWithShape="1">
            <a:blip r:embed="rId2">
              <a:alphaModFix/>
            </a:blip>
            <a:srcRect t="58031" b="6290"/>
            <a:stretch/>
          </p:blipFill>
          <p:spPr>
            <a:xfrm>
              <a:off x="4245892" y="4610350"/>
              <a:ext cx="2427959" cy="387101"/>
            </a:xfrm>
            <a:prstGeom prst="rect">
              <a:avLst/>
            </a:prstGeom>
            <a:noFill/>
            <a:ln>
              <a:noFill/>
            </a:ln>
          </p:spPr>
        </p:pic>
        <p:pic>
          <p:nvPicPr>
            <p:cNvPr id="248" name="Google Shape;248;p28"/>
            <p:cNvPicPr preferRelativeResize="0"/>
            <p:nvPr/>
          </p:nvPicPr>
          <p:blipFill rotWithShape="1">
            <a:blip r:embed="rId3">
              <a:alphaModFix/>
            </a:blip>
            <a:srcRect l="23295" t="76294"/>
            <a:stretch/>
          </p:blipFill>
          <p:spPr>
            <a:xfrm rot="10800000">
              <a:off x="3124200" y="4639375"/>
              <a:ext cx="1505849" cy="329075"/>
            </a:xfrm>
            <a:prstGeom prst="rect">
              <a:avLst/>
            </a:prstGeom>
            <a:noFill/>
            <a:ln>
              <a:noFill/>
            </a:ln>
          </p:spPr>
        </p:pic>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CUSTOM_9">
    <p:bg>
      <p:bgPr>
        <a:solidFill>
          <a:schemeClr val="lt1"/>
        </a:solidFill>
        <a:effectLst/>
      </p:bgPr>
    </p:bg>
    <p:spTree>
      <p:nvGrpSpPr>
        <p:cNvPr id="1" name="Shape 350"/>
        <p:cNvGrpSpPr/>
        <p:nvPr/>
      </p:nvGrpSpPr>
      <p:grpSpPr>
        <a:xfrm>
          <a:off x="0" y="0"/>
          <a:ext cx="0" cy="0"/>
          <a:chOff x="0" y="0"/>
          <a:chExt cx="0" cy="0"/>
        </a:xfrm>
      </p:grpSpPr>
      <p:sp>
        <p:nvSpPr>
          <p:cNvPr id="351" name="Google Shape;351;p35"/>
          <p:cNvSpPr/>
          <p:nvPr/>
        </p:nvSpPr>
        <p:spPr>
          <a:xfrm>
            <a:off x="182700" y="151650"/>
            <a:ext cx="8778600" cy="4840200"/>
          </a:xfrm>
          <a:prstGeom prst="snip1Rect">
            <a:avLst>
              <a:gd name="adj" fmla="val 4489"/>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grpSp>
        <p:nvGrpSpPr>
          <p:cNvPr id="352" name="Google Shape;352;p35"/>
          <p:cNvGrpSpPr/>
          <p:nvPr/>
        </p:nvGrpSpPr>
        <p:grpSpPr>
          <a:xfrm>
            <a:off x="-113450" y="-1649725"/>
            <a:ext cx="9394610" cy="8421100"/>
            <a:chOff x="-113450" y="-1649725"/>
            <a:chExt cx="9394610" cy="8421100"/>
          </a:xfrm>
        </p:grpSpPr>
        <p:grpSp>
          <p:nvGrpSpPr>
            <p:cNvPr id="353" name="Google Shape;353;p35"/>
            <p:cNvGrpSpPr/>
            <p:nvPr/>
          </p:nvGrpSpPr>
          <p:grpSpPr>
            <a:xfrm>
              <a:off x="-113450" y="-1649725"/>
              <a:ext cx="8689100" cy="5214600"/>
              <a:chOff x="-113450" y="-1649725"/>
              <a:chExt cx="8689100" cy="5214600"/>
            </a:xfrm>
          </p:grpSpPr>
          <p:sp>
            <p:nvSpPr>
              <p:cNvPr id="354" name="Google Shape;354;p35"/>
              <p:cNvSpPr/>
              <p:nvPr/>
            </p:nvSpPr>
            <p:spPr>
              <a:xfrm>
                <a:off x="-113450" y="0"/>
                <a:ext cx="363625" cy="3564875"/>
              </a:xfrm>
              <a:custGeom>
                <a:avLst/>
                <a:gdLst/>
                <a:ahLst/>
                <a:cxnLst/>
                <a:rect l="l" t="t" r="r" b="b"/>
                <a:pathLst>
                  <a:path w="14545" h="142595" extrusionOk="0">
                    <a:moveTo>
                      <a:pt x="8343" y="-1516"/>
                    </a:moveTo>
                    <a:lnTo>
                      <a:pt x="11756" y="13274"/>
                    </a:lnTo>
                    <a:lnTo>
                      <a:pt x="18393" y="13274"/>
                    </a:lnTo>
                    <a:lnTo>
                      <a:pt x="18393" y="73384"/>
                    </a:lnTo>
                    <a:lnTo>
                      <a:pt x="22888" y="81170"/>
                    </a:lnTo>
                    <a:lnTo>
                      <a:pt x="22888" y="141079"/>
                    </a:lnTo>
                  </a:path>
                </a:pathLst>
              </a:custGeom>
              <a:noFill/>
              <a:ln w="9525" cap="flat" cmpd="sng">
                <a:solidFill>
                  <a:schemeClr val="accent1"/>
                </a:solidFill>
                <a:prstDash val="solid"/>
                <a:round/>
                <a:headEnd type="none" w="med" len="med"/>
                <a:tailEnd type="oval" w="med" len="med"/>
              </a:ln>
            </p:spPr>
          </p:sp>
          <p:sp>
            <p:nvSpPr>
              <p:cNvPr id="355" name="Google Shape;355;p35"/>
              <p:cNvSpPr/>
              <p:nvPr/>
            </p:nvSpPr>
            <p:spPr>
              <a:xfrm>
                <a:off x="221725" y="-1649725"/>
                <a:ext cx="203525" cy="3086100"/>
              </a:xfrm>
              <a:custGeom>
                <a:avLst/>
                <a:gdLst/>
                <a:ahLst/>
                <a:cxnLst/>
                <a:rect l="l" t="t" r="r" b="b"/>
                <a:pathLst>
                  <a:path w="8141" h="123444" extrusionOk="0">
                    <a:moveTo>
                      <a:pt x="3010" y="0"/>
                    </a:moveTo>
                    <a:lnTo>
                      <a:pt x="3010" y="58214"/>
                    </a:lnTo>
                    <a:lnTo>
                      <a:pt x="0" y="63428"/>
                    </a:lnTo>
                    <a:lnTo>
                      <a:pt x="0" y="74522"/>
                    </a:lnTo>
                    <a:lnTo>
                      <a:pt x="8141" y="82664"/>
                    </a:lnTo>
                    <a:lnTo>
                      <a:pt x="8141" y="123444"/>
                    </a:lnTo>
                  </a:path>
                </a:pathLst>
              </a:custGeom>
              <a:noFill/>
              <a:ln w="9525" cap="flat" cmpd="sng">
                <a:solidFill>
                  <a:schemeClr val="dk1"/>
                </a:solidFill>
                <a:prstDash val="solid"/>
                <a:round/>
                <a:headEnd type="none" w="med" len="med"/>
                <a:tailEnd type="oval" w="med" len="med"/>
              </a:ln>
            </p:spPr>
          </p:sp>
          <p:sp>
            <p:nvSpPr>
              <p:cNvPr id="356" name="Google Shape;356;p35"/>
              <p:cNvSpPr/>
              <p:nvPr/>
            </p:nvSpPr>
            <p:spPr>
              <a:xfrm>
                <a:off x="0" y="237025"/>
                <a:ext cx="8575650" cy="164450"/>
              </a:xfrm>
              <a:custGeom>
                <a:avLst/>
                <a:gdLst/>
                <a:ahLst/>
                <a:cxnLst/>
                <a:rect l="l" t="t" r="r" b="b"/>
                <a:pathLst>
                  <a:path w="343026" h="6578" extrusionOk="0">
                    <a:moveTo>
                      <a:pt x="0" y="0"/>
                    </a:moveTo>
                    <a:lnTo>
                      <a:pt x="59730" y="0"/>
                    </a:lnTo>
                    <a:lnTo>
                      <a:pt x="62166" y="4219"/>
                    </a:lnTo>
                    <a:lnTo>
                      <a:pt x="149801" y="4219"/>
                    </a:lnTo>
                    <a:lnTo>
                      <a:pt x="152197" y="70"/>
                    </a:lnTo>
                    <a:lnTo>
                      <a:pt x="161558" y="70"/>
                    </a:lnTo>
                    <a:lnTo>
                      <a:pt x="165315" y="6578"/>
                    </a:lnTo>
                    <a:lnTo>
                      <a:pt x="320651" y="6578"/>
                    </a:lnTo>
                    <a:lnTo>
                      <a:pt x="329039" y="1735"/>
                    </a:lnTo>
                    <a:lnTo>
                      <a:pt x="343026" y="1735"/>
                    </a:lnTo>
                  </a:path>
                </a:pathLst>
              </a:custGeom>
              <a:noFill/>
              <a:ln w="9525" cap="flat" cmpd="sng">
                <a:solidFill>
                  <a:schemeClr val="lt2"/>
                </a:solidFill>
                <a:prstDash val="solid"/>
                <a:round/>
                <a:headEnd type="none" w="med" len="med"/>
                <a:tailEnd type="oval" w="med" len="med"/>
              </a:ln>
            </p:spPr>
          </p:sp>
        </p:grpSp>
        <p:grpSp>
          <p:nvGrpSpPr>
            <p:cNvPr id="357" name="Google Shape;357;p35"/>
            <p:cNvGrpSpPr/>
            <p:nvPr/>
          </p:nvGrpSpPr>
          <p:grpSpPr>
            <a:xfrm rot="10800000">
              <a:off x="553960" y="1556775"/>
              <a:ext cx="8727200" cy="5214600"/>
              <a:chOff x="-113450" y="-1649725"/>
              <a:chExt cx="8727200" cy="5214600"/>
            </a:xfrm>
          </p:grpSpPr>
          <p:sp>
            <p:nvSpPr>
              <p:cNvPr id="358" name="Google Shape;358;p35"/>
              <p:cNvSpPr/>
              <p:nvPr/>
            </p:nvSpPr>
            <p:spPr>
              <a:xfrm>
                <a:off x="-113450" y="0"/>
                <a:ext cx="363625" cy="3564875"/>
              </a:xfrm>
              <a:custGeom>
                <a:avLst/>
                <a:gdLst/>
                <a:ahLst/>
                <a:cxnLst/>
                <a:rect l="l" t="t" r="r" b="b"/>
                <a:pathLst>
                  <a:path w="14545" h="142595" extrusionOk="0">
                    <a:moveTo>
                      <a:pt x="8343" y="-1516"/>
                    </a:moveTo>
                    <a:lnTo>
                      <a:pt x="11756" y="13274"/>
                    </a:lnTo>
                    <a:lnTo>
                      <a:pt x="18393" y="13274"/>
                    </a:lnTo>
                    <a:lnTo>
                      <a:pt x="18393" y="73384"/>
                    </a:lnTo>
                    <a:lnTo>
                      <a:pt x="22888" y="81170"/>
                    </a:lnTo>
                    <a:lnTo>
                      <a:pt x="22888" y="141079"/>
                    </a:lnTo>
                  </a:path>
                </a:pathLst>
              </a:custGeom>
              <a:noFill/>
              <a:ln w="9525" cap="flat" cmpd="sng">
                <a:solidFill>
                  <a:schemeClr val="accent1"/>
                </a:solidFill>
                <a:prstDash val="solid"/>
                <a:round/>
                <a:headEnd type="none" w="med" len="med"/>
                <a:tailEnd type="oval" w="med" len="med"/>
              </a:ln>
            </p:spPr>
          </p:sp>
          <p:sp>
            <p:nvSpPr>
              <p:cNvPr id="359" name="Google Shape;359;p35"/>
              <p:cNvSpPr/>
              <p:nvPr/>
            </p:nvSpPr>
            <p:spPr>
              <a:xfrm>
                <a:off x="221725" y="-1649725"/>
                <a:ext cx="203525" cy="3086100"/>
              </a:xfrm>
              <a:custGeom>
                <a:avLst/>
                <a:gdLst/>
                <a:ahLst/>
                <a:cxnLst/>
                <a:rect l="l" t="t" r="r" b="b"/>
                <a:pathLst>
                  <a:path w="8141" h="123444" extrusionOk="0">
                    <a:moveTo>
                      <a:pt x="3010" y="0"/>
                    </a:moveTo>
                    <a:lnTo>
                      <a:pt x="3010" y="58214"/>
                    </a:lnTo>
                    <a:lnTo>
                      <a:pt x="0" y="63428"/>
                    </a:lnTo>
                    <a:lnTo>
                      <a:pt x="0" y="74522"/>
                    </a:lnTo>
                    <a:lnTo>
                      <a:pt x="8141" y="82664"/>
                    </a:lnTo>
                    <a:lnTo>
                      <a:pt x="8141" y="123444"/>
                    </a:lnTo>
                  </a:path>
                </a:pathLst>
              </a:custGeom>
              <a:noFill/>
              <a:ln w="9525" cap="flat" cmpd="sng">
                <a:solidFill>
                  <a:schemeClr val="dk1"/>
                </a:solidFill>
                <a:prstDash val="solid"/>
                <a:round/>
                <a:headEnd type="none" w="med" len="med"/>
                <a:tailEnd type="oval" w="med" len="med"/>
              </a:ln>
            </p:spPr>
          </p:sp>
          <p:sp>
            <p:nvSpPr>
              <p:cNvPr id="360" name="Google Shape;360;p35"/>
              <p:cNvSpPr/>
              <p:nvPr/>
            </p:nvSpPr>
            <p:spPr>
              <a:xfrm>
                <a:off x="38100" y="237025"/>
                <a:ext cx="8575650" cy="164450"/>
              </a:xfrm>
              <a:custGeom>
                <a:avLst/>
                <a:gdLst/>
                <a:ahLst/>
                <a:cxnLst/>
                <a:rect l="l" t="t" r="r" b="b"/>
                <a:pathLst>
                  <a:path w="343026" h="6578" extrusionOk="0">
                    <a:moveTo>
                      <a:pt x="0" y="0"/>
                    </a:moveTo>
                    <a:lnTo>
                      <a:pt x="59730" y="0"/>
                    </a:lnTo>
                    <a:lnTo>
                      <a:pt x="62166" y="4219"/>
                    </a:lnTo>
                    <a:lnTo>
                      <a:pt x="149801" y="4219"/>
                    </a:lnTo>
                    <a:lnTo>
                      <a:pt x="152197" y="70"/>
                    </a:lnTo>
                    <a:lnTo>
                      <a:pt x="161558" y="70"/>
                    </a:lnTo>
                    <a:lnTo>
                      <a:pt x="165315" y="6578"/>
                    </a:lnTo>
                    <a:lnTo>
                      <a:pt x="320651" y="6578"/>
                    </a:lnTo>
                    <a:lnTo>
                      <a:pt x="329039" y="1735"/>
                    </a:lnTo>
                    <a:lnTo>
                      <a:pt x="343026" y="1735"/>
                    </a:lnTo>
                  </a:path>
                </a:pathLst>
              </a:custGeom>
              <a:noFill/>
              <a:ln w="9525" cap="flat" cmpd="sng">
                <a:solidFill>
                  <a:schemeClr val="lt2"/>
                </a:solidFill>
                <a:prstDash val="solid"/>
                <a:round/>
                <a:headEnd type="none" w="med" len="med"/>
                <a:tailEnd type="oval" w="med" len="med"/>
              </a:ln>
            </p:spPr>
          </p:sp>
        </p:gr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361"/>
        <p:cNvGrpSpPr/>
        <p:nvPr/>
      </p:nvGrpSpPr>
      <p:grpSpPr>
        <a:xfrm>
          <a:off x="0" y="0"/>
          <a:ext cx="0" cy="0"/>
          <a:chOff x="0" y="0"/>
          <a:chExt cx="0" cy="0"/>
        </a:xfrm>
      </p:grpSpPr>
      <p:grpSp>
        <p:nvGrpSpPr>
          <p:cNvPr id="362" name="Google Shape;362;p36"/>
          <p:cNvGrpSpPr/>
          <p:nvPr/>
        </p:nvGrpSpPr>
        <p:grpSpPr>
          <a:xfrm>
            <a:off x="-93668" y="0"/>
            <a:ext cx="9329109" cy="5143497"/>
            <a:chOff x="-93668" y="0"/>
            <a:chExt cx="9329109" cy="5143497"/>
          </a:xfrm>
        </p:grpSpPr>
        <p:grpSp>
          <p:nvGrpSpPr>
            <p:cNvPr id="363" name="Google Shape;363;p36"/>
            <p:cNvGrpSpPr/>
            <p:nvPr/>
          </p:nvGrpSpPr>
          <p:grpSpPr>
            <a:xfrm rot="10800000">
              <a:off x="5592122" y="2697400"/>
              <a:ext cx="3643319" cy="2446097"/>
              <a:chOff x="-93668" y="0"/>
              <a:chExt cx="3643319" cy="2446097"/>
            </a:xfrm>
          </p:grpSpPr>
          <p:grpSp>
            <p:nvGrpSpPr>
              <p:cNvPr id="364" name="Google Shape;364;p36"/>
              <p:cNvGrpSpPr/>
              <p:nvPr/>
            </p:nvGrpSpPr>
            <p:grpSpPr>
              <a:xfrm rot="5400000">
                <a:off x="-1020033" y="926370"/>
                <a:ext cx="2446091" cy="593362"/>
                <a:chOff x="162825" y="4587541"/>
                <a:chExt cx="1763711" cy="427833"/>
              </a:xfrm>
            </p:grpSpPr>
            <p:pic>
              <p:nvPicPr>
                <p:cNvPr id="365" name="Google Shape;365;p36"/>
                <p:cNvPicPr preferRelativeResize="0"/>
                <p:nvPr/>
              </p:nvPicPr>
              <p:blipFill>
                <a:blip r:embed="rId2">
                  <a:alphaModFix amt="46000"/>
                </a:blip>
                <a:stretch>
                  <a:fillRect/>
                </a:stretch>
              </p:blipFill>
              <p:spPr>
                <a:xfrm>
                  <a:off x="162825" y="4648923"/>
                  <a:ext cx="1578400" cy="366450"/>
                </a:xfrm>
                <a:prstGeom prst="rect">
                  <a:avLst/>
                </a:prstGeom>
                <a:noFill/>
                <a:ln>
                  <a:noFill/>
                </a:ln>
              </p:spPr>
            </p:pic>
            <p:pic>
              <p:nvPicPr>
                <p:cNvPr id="366" name="Google Shape;366;p36"/>
                <p:cNvPicPr preferRelativeResize="0"/>
                <p:nvPr/>
              </p:nvPicPr>
              <p:blipFill>
                <a:blip r:embed="rId2">
                  <a:alphaModFix/>
                </a:blip>
                <a:stretch>
                  <a:fillRect/>
                </a:stretch>
              </p:blipFill>
              <p:spPr>
                <a:xfrm>
                  <a:off x="819963" y="4758475"/>
                  <a:ext cx="1106574" cy="256900"/>
                </a:xfrm>
                <a:prstGeom prst="rect">
                  <a:avLst/>
                </a:prstGeom>
                <a:noFill/>
                <a:ln>
                  <a:noFill/>
                </a:ln>
              </p:spPr>
            </p:pic>
            <p:pic>
              <p:nvPicPr>
                <p:cNvPr id="367" name="Google Shape;367;p36"/>
                <p:cNvPicPr preferRelativeResize="0"/>
                <p:nvPr/>
              </p:nvPicPr>
              <p:blipFill>
                <a:blip r:embed="rId2">
                  <a:alphaModFix amt="88000"/>
                </a:blip>
                <a:stretch>
                  <a:fillRect/>
                </a:stretch>
              </p:blipFill>
              <p:spPr>
                <a:xfrm>
                  <a:off x="440163" y="4587541"/>
                  <a:ext cx="1106574" cy="256900"/>
                </a:xfrm>
                <a:prstGeom prst="rect">
                  <a:avLst/>
                </a:prstGeom>
                <a:noFill/>
                <a:ln>
                  <a:noFill/>
                </a:ln>
              </p:spPr>
            </p:pic>
          </p:grpSp>
          <p:grpSp>
            <p:nvGrpSpPr>
              <p:cNvPr id="368" name="Google Shape;368;p36"/>
              <p:cNvGrpSpPr/>
              <p:nvPr/>
            </p:nvGrpSpPr>
            <p:grpSpPr>
              <a:xfrm rot="10800000">
                <a:off x="0" y="0"/>
                <a:ext cx="3549651" cy="387101"/>
                <a:chOff x="3124200" y="4610350"/>
                <a:chExt cx="3549651" cy="387101"/>
              </a:xfrm>
            </p:grpSpPr>
            <p:pic>
              <p:nvPicPr>
                <p:cNvPr id="369" name="Google Shape;369;p36"/>
                <p:cNvPicPr preferRelativeResize="0"/>
                <p:nvPr/>
              </p:nvPicPr>
              <p:blipFill rotWithShape="1">
                <a:blip r:embed="rId3">
                  <a:alphaModFix/>
                </a:blip>
                <a:srcRect t="58031" b="6290"/>
                <a:stretch/>
              </p:blipFill>
              <p:spPr>
                <a:xfrm>
                  <a:off x="4245892" y="4610350"/>
                  <a:ext cx="2427959" cy="387101"/>
                </a:xfrm>
                <a:prstGeom prst="rect">
                  <a:avLst/>
                </a:prstGeom>
                <a:noFill/>
                <a:ln>
                  <a:noFill/>
                </a:ln>
              </p:spPr>
            </p:pic>
            <p:pic>
              <p:nvPicPr>
                <p:cNvPr id="370" name="Google Shape;370;p36"/>
                <p:cNvPicPr preferRelativeResize="0"/>
                <p:nvPr/>
              </p:nvPicPr>
              <p:blipFill rotWithShape="1">
                <a:blip r:embed="rId4">
                  <a:alphaModFix/>
                </a:blip>
                <a:srcRect l="23295" t="76294"/>
                <a:stretch/>
              </p:blipFill>
              <p:spPr>
                <a:xfrm rot="10800000">
                  <a:off x="3124200" y="4639375"/>
                  <a:ext cx="1505849" cy="329075"/>
                </a:xfrm>
                <a:prstGeom prst="rect">
                  <a:avLst/>
                </a:prstGeom>
                <a:noFill/>
                <a:ln>
                  <a:noFill/>
                </a:ln>
              </p:spPr>
            </p:pic>
          </p:grpSp>
        </p:grpSp>
        <p:grpSp>
          <p:nvGrpSpPr>
            <p:cNvPr id="371" name="Google Shape;371;p36"/>
            <p:cNvGrpSpPr/>
            <p:nvPr/>
          </p:nvGrpSpPr>
          <p:grpSpPr>
            <a:xfrm>
              <a:off x="-93668" y="0"/>
              <a:ext cx="3643319" cy="2446097"/>
              <a:chOff x="-93668" y="0"/>
              <a:chExt cx="3643319" cy="2446097"/>
            </a:xfrm>
          </p:grpSpPr>
          <p:grpSp>
            <p:nvGrpSpPr>
              <p:cNvPr id="372" name="Google Shape;372;p36"/>
              <p:cNvGrpSpPr/>
              <p:nvPr/>
            </p:nvGrpSpPr>
            <p:grpSpPr>
              <a:xfrm rot="5400000">
                <a:off x="-1020033" y="926370"/>
                <a:ext cx="2446091" cy="593362"/>
                <a:chOff x="162825" y="4587541"/>
                <a:chExt cx="1763711" cy="427833"/>
              </a:xfrm>
            </p:grpSpPr>
            <p:pic>
              <p:nvPicPr>
                <p:cNvPr id="373" name="Google Shape;373;p36"/>
                <p:cNvPicPr preferRelativeResize="0"/>
                <p:nvPr/>
              </p:nvPicPr>
              <p:blipFill>
                <a:blip r:embed="rId2">
                  <a:alphaModFix amt="46000"/>
                </a:blip>
                <a:stretch>
                  <a:fillRect/>
                </a:stretch>
              </p:blipFill>
              <p:spPr>
                <a:xfrm>
                  <a:off x="162825" y="4648923"/>
                  <a:ext cx="1578400" cy="366450"/>
                </a:xfrm>
                <a:prstGeom prst="rect">
                  <a:avLst/>
                </a:prstGeom>
                <a:noFill/>
                <a:ln>
                  <a:noFill/>
                </a:ln>
              </p:spPr>
            </p:pic>
            <p:pic>
              <p:nvPicPr>
                <p:cNvPr id="374" name="Google Shape;374;p36"/>
                <p:cNvPicPr preferRelativeResize="0"/>
                <p:nvPr/>
              </p:nvPicPr>
              <p:blipFill>
                <a:blip r:embed="rId2">
                  <a:alphaModFix/>
                </a:blip>
                <a:stretch>
                  <a:fillRect/>
                </a:stretch>
              </p:blipFill>
              <p:spPr>
                <a:xfrm>
                  <a:off x="819963" y="4758475"/>
                  <a:ext cx="1106574" cy="256900"/>
                </a:xfrm>
                <a:prstGeom prst="rect">
                  <a:avLst/>
                </a:prstGeom>
                <a:noFill/>
                <a:ln>
                  <a:noFill/>
                </a:ln>
              </p:spPr>
            </p:pic>
            <p:pic>
              <p:nvPicPr>
                <p:cNvPr id="375" name="Google Shape;375;p36"/>
                <p:cNvPicPr preferRelativeResize="0"/>
                <p:nvPr/>
              </p:nvPicPr>
              <p:blipFill>
                <a:blip r:embed="rId2">
                  <a:alphaModFix amt="88000"/>
                </a:blip>
                <a:stretch>
                  <a:fillRect/>
                </a:stretch>
              </p:blipFill>
              <p:spPr>
                <a:xfrm>
                  <a:off x="440163" y="4587541"/>
                  <a:ext cx="1106574" cy="256900"/>
                </a:xfrm>
                <a:prstGeom prst="rect">
                  <a:avLst/>
                </a:prstGeom>
                <a:noFill/>
                <a:ln>
                  <a:noFill/>
                </a:ln>
              </p:spPr>
            </p:pic>
          </p:grpSp>
          <p:grpSp>
            <p:nvGrpSpPr>
              <p:cNvPr id="376" name="Google Shape;376;p36"/>
              <p:cNvGrpSpPr/>
              <p:nvPr/>
            </p:nvGrpSpPr>
            <p:grpSpPr>
              <a:xfrm rot="10800000">
                <a:off x="0" y="0"/>
                <a:ext cx="3549651" cy="387101"/>
                <a:chOff x="3124200" y="4610350"/>
                <a:chExt cx="3549651" cy="387101"/>
              </a:xfrm>
            </p:grpSpPr>
            <p:pic>
              <p:nvPicPr>
                <p:cNvPr id="377" name="Google Shape;377;p36"/>
                <p:cNvPicPr preferRelativeResize="0"/>
                <p:nvPr/>
              </p:nvPicPr>
              <p:blipFill rotWithShape="1">
                <a:blip r:embed="rId3">
                  <a:alphaModFix/>
                </a:blip>
                <a:srcRect t="58031" b="6290"/>
                <a:stretch/>
              </p:blipFill>
              <p:spPr>
                <a:xfrm>
                  <a:off x="4245892" y="4610350"/>
                  <a:ext cx="2427959" cy="387101"/>
                </a:xfrm>
                <a:prstGeom prst="rect">
                  <a:avLst/>
                </a:prstGeom>
                <a:noFill/>
                <a:ln>
                  <a:noFill/>
                </a:ln>
              </p:spPr>
            </p:pic>
            <p:pic>
              <p:nvPicPr>
                <p:cNvPr id="378" name="Google Shape;378;p36"/>
                <p:cNvPicPr preferRelativeResize="0"/>
                <p:nvPr/>
              </p:nvPicPr>
              <p:blipFill rotWithShape="1">
                <a:blip r:embed="rId4">
                  <a:alphaModFix/>
                </a:blip>
                <a:srcRect l="23295" t="76294"/>
                <a:stretch/>
              </p:blipFill>
              <p:spPr>
                <a:xfrm rot="10800000">
                  <a:off x="3124200" y="4639375"/>
                  <a:ext cx="1505849" cy="329075"/>
                </a:xfrm>
                <a:prstGeom prst="rect">
                  <a:avLst/>
                </a:prstGeom>
                <a:noFill/>
                <a:ln>
                  <a:noFill/>
                </a:ln>
              </p:spPr>
            </p:pic>
          </p:grpSp>
        </p:grpSp>
      </p:grpSp>
      <p:sp>
        <p:nvSpPr>
          <p:cNvPr id="379" name="Google Shape;379;p36"/>
          <p:cNvSpPr/>
          <p:nvPr/>
        </p:nvSpPr>
        <p:spPr>
          <a:xfrm>
            <a:off x="175255" y="182850"/>
            <a:ext cx="8793600" cy="47778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262"/>
        <p:cNvGrpSpPr/>
        <p:nvPr/>
      </p:nvGrpSpPr>
      <p:grpSpPr>
        <a:xfrm>
          <a:off x="0" y="0"/>
          <a:ext cx="0" cy="0"/>
          <a:chOff x="0" y="0"/>
          <a:chExt cx="0" cy="0"/>
        </a:xfrm>
      </p:grpSpPr>
      <p:sp>
        <p:nvSpPr>
          <p:cNvPr id="263" name="Google Shape;263;p30"/>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264" name="Google Shape;264;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65" name="Google Shape;265;p30"/>
          <p:cNvSpPr txBox="1">
            <a:spLocks noGrp="1"/>
          </p:cNvSpPr>
          <p:nvPr>
            <p:ph type="subTitle" idx="1"/>
          </p:nvPr>
        </p:nvSpPr>
        <p:spPr>
          <a:xfrm>
            <a:off x="1838848" y="2095550"/>
            <a:ext cx="19782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66" name="Google Shape;266;p30"/>
          <p:cNvSpPr txBox="1">
            <a:spLocks noGrp="1"/>
          </p:cNvSpPr>
          <p:nvPr>
            <p:ph type="subTitle" idx="2"/>
          </p:nvPr>
        </p:nvSpPr>
        <p:spPr>
          <a:xfrm>
            <a:off x="5326952" y="2095550"/>
            <a:ext cx="19782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67" name="Google Shape;267;p30"/>
          <p:cNvSpPr txBox="1">
            <a:spLocks noGrp="1"/>
          </p:cNvSpPr>
          <p:nvPr>
            <p:ph type="subTitle" idx="3"/>
          </p:nvPr>
        </p:nvSpPr>
        <p:spPr>
          <a:xfrm>
            <a:off x="1838848" y="3719125"/>
            <a:ext cx="19782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68" name="Google Shape;268;p30"/>
          <p:cNvSpPr txBox="1">
            <a:spLocks noGrp="1"/>
          </p:cNvSpPr>
          <p:nvPr>
            <p:ph type="subTitle" idx="4"/>
          </p:nvPr>
        </p:nvSpPr>
        <p:spPr>
          <a:xfrm>
            <a:off x="5326952" y="3719125"/>
            <a:ext cx="19782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69" name="Google Shape;269;p30"/>
          <p:cNvSpPr txBox="1">
            <a:spLocks noGrp="1"/>
          </p:cNvSpPr>
          <p:nvPr>
            <p:ph type="subTitle" idx="5"/>
          </p:nvPr>
        </p:nvSpPr>
        <p:spPr>
          <a:xfrm>
            <a:off x="1838848" y="1760150"/>
            <a:ext cx="1978200" cy="411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270" name="Google Shape;270;p30"/>
          <p:cNvSpPr txBox="1">
            <a:spLocks noGrp="1"/>
          </p:cNvSpPr>
          <p:nvPr>
            <p:ph type="subTitle" idx="6"/>
          </p:nvPr>
        </p:nvSpPr>
        <p:spPr>
          <a:xfrm>
            <a:off x="1838848" y="3383725"/>
            <a:ext cx="1978200" cy="411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271" name="Google Shape;271;p30"/>
          <p:cNvSpPr txBox="1">
            <a:spLocks noGrp="1"/>
          </p:cNvSpPr>
          <p:nvPr>
            <p:ph type="subTitle" idx="7"/>
          </p:nvPr>
        </p:nvSpPr>
        <p:spPr>
          <a:xfrm>
            <a:off x="5326948" y="1760150"/>
            <a:ext cx="1978200" cy="411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272" name="Google Shape;272;p30"/>
          <p:cNvSpPr txBox="1">
            <a:spLocks noGrp="1"/>
          </p:cNvSpPr>
          <p:nvPr>
            <p:ph type="subTitle" idx="8"/>
          </p:nvPr>
        </p:nvSpPr>
        <p:spPr>
          <a:xfrm>
            <a:off x="5326948" y="3383725"/>
            <a:ext cx="1978200" cy="411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800" b="1">
                <a:solidFill>
                  <a:schemeClr val="dk1"/>
                </a:solidFill>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273" name="Google Shape;273;p30"/>
          <p:cNvGrpSpPr/>
          <p:nvPr/>
        </p:nvGrpSpPr>
        <p:grpSpPr>
          <a:xfrm>
            <a:off x="181125" y="4560350"/>
            <a:ext cx="1734684" cy="459650"/>
            <a:chOff x="181125" y="4560350"/>
            <a:chExt cx="1734684" cy="459650"/>
          </a:xfrm>
        </p:grpSpPr>
        <p:pic>
          <p:nvPicPr>
            <p:cNvPr id="274" name="Google Shape;274;p30"/>
            <p:cNvPicPr preferRelativeResize="0"/>
            <p:nvPr/>
          </p:nvPicPr>
          <p:blipFill rotWithShape="1">
            <a:blip r:embed="rId2">
              <a:alphaModFix/>
            </a:blip>
            <a:srcRect l="12381"/>
            <a:stretch/>
          </p:blipFill>
          <p:spPr>
            <a:xfrm>
              <a:off x="181125" y="4560350"/>
              <a:ext cx="1734684" cy="459650"/>
            </a:xfrm>
            <a:prstGeom prst="rect">
              <a:avLst/>
            </a:prstGeom>
            <a:noFill/>
            <a:ln>
              <a:noFill/>
            </a:ln>
          </p:spPr>
        </p:pic>
        <p:pic>
          <p:nvPicPr>
            <p:cNvPr id="275" name="Google Shape;275;p30"/>
            <p:cNvPicPr preferRelativeResize="0"/>
            <p:nvPr/>
          </p:nvPicPr>
          <p:blipFill>
            <a:blip r:embed="rId3">
              <a:alphaModFix/>
            </a:blip>
            <a:stretch>
              <a:fillRect/>
            </a:stretch>
          </p:blipFill>
          <p:spPr>
            <a:xfrm rot="10800000">
              <a:off x="820024" y="4668699"/>
              <a:ext cx="456876" cy="242950"/>
            </a:xfrm>
            <a:prstGeom prst="rect">
              <a:avLst/>
            </a:prstGeom>
            <a:noFill/>
            <a:ln>
              <a:noFill/>
            </a:ln>
          </p:spPr>
        </p:pic>
      </p:grpSp>
      <p:grpSp>
        <p:nvGrpSpPr>
          <p:cNvPr id="276" name="Google Shape;276;p30"/>
          <p:cNvGrpSpPr/>
          <p:nvPr/>
        </p:nvGrpSpPr>
        <p:grpSpPr>
          <a:xfrm>
            <a:off x="7422124" y="2694275"/>
            <a:ext cx="1502801" cy="3032450"/>
            <a:chOff x="7364974" y="2694275"/>
            <a:chExt cx="1502801" cy="3032450"/>
          </a:xfrm>
        </p:grpSpPr>
        <p:pic>
          <p:nvPicPr>
            <p:cNvPr id="277" name="Google Shape;277;p30"/>
            <p:cNvPicPr preferRelativeResize="0"/>
            <p:nvPr/>
          </p:nvPicPr>
          <p:blipFill rotWithShape="1">
            <a:blip r:embed="rId4">
              <a:alphaModFix amt="39000"/>
            </a:blip>
            <a:srcRect b="78197"/>
            <a:stretch/>
          </p:blipFill>
          <p:spPr>
            <a:xfrm rot="5400000">
              <a:off x="6281062" y="3997262"/>
              <a:ext cx="2813374" cy="645550"/>
            </a:xfrm>
            <a:prstGeom prst="rect">
              <a:avLst/>
            </a:prstGeom>
            <a:noFill/>
            <a:ln>
              <a:noFill/>
            </a:ln>
          </p:spPr>
        </p:pic>
        <p:pic>
          <p:nvPicPr>
            <p:cNvPr id="278" name="Google Shape;278;p30"/>
            <p:cNvPicPr preferRelativeResize="0"/>
            <p:nvPr/>
          </p:nvPicPr>
          <p:blipFill rotWithShape="1">
            <a:blip r:embed="rId4">
              <a:alphaModFix/>
            </a:blip>
            <a:srcRect l="2040" t="55999" r="-2040" b="7401"/>
            <a:stretch/>
          </p:blipFill>
          <p:spPr>
            <a:xfrm rot="5400000">
              <a:off x="6919238" y="3559112"/>
              <a:ext cx="2813374" cy="1083700"/>
            </a:xfrm>
            <a:prstGeom prst="rect">
              <a:avLst/>
            </a:prstGeom>
            <a:noFill/>
            <a:ln>
              <a:noFill/>
            </a:ln>
          </p:spPr>
        </p:pic>
      </p:grpSp>
      <p:grpSp>
        <p:nvGrpSpPr>
          <p:cNvPr id="279" name="Google Shape;279;p30"/>
          <p:cNvGrpSpPr/>
          <p:nvPr/>
        </p:nvGrpSpPr>
        <p:grpSpPr>
          <a:xfrm>
            <a:off x="3408501" y="149950"/>
            <a:ext cx="4900549" cy="508917"/>
            <a:chOff x="3408501" y="149950"/>
            <a:chExt cx="4900549" cy="508917"/>
          </a:xfrm>
        </p:grpSpPr>
        <p:pic>
          <p:nvPicPr>
            <p:cNvPr id="280" name="Google Shape;280;p30"/>
            <p:cNvPicPr preferRelativeResize="0"/>
            <p:nvPr/>
          </p:nvPicPr>
          <p:blipFill rotWithShape="1">
            <a:blip r:embed="rId5">
              <a:alphaModFix amt="85000"/>
            </a:blip>
            <a:srcRect b="25816"/>
            <a:stretch/>
          </p:blipFill>
          <p:spPr>
            <a:xfrm rot="10800000">
              <a:off x="4323049" y="149950"/>
              <a:ext cx="3986000" cy="459650"/>
            </a:xfrm>
            <a:prstGeom prst="rect">
              <a:avLst/>
            </a:prstGeom>
            <a:noFill/>
            <a:ln>
              <a:noFill/>
            </a:ln>
          </p:spPr>
        </p:pic>
        <p:pic>
          <p:nvPicPr>
            <p:cNvPr id="281" name="Google Shape;281;p30"/>
            <p:cNvPicPr preferRelativeResize="0"/>
            <p:nvPr/>
          </p:nvPicPr>
          <p:blipFill>
            <a:blip r:embed="rId6">
              <a:alphaModFix/>
            </a:blip>
            <a:stretch>
              <a:fillRect/>
            </a:stretch>
          </p:blipFill>
          <p:spPr>
            <a:xfrm rot="10800000">
              <a:off x="3408501" y="195934"/>
              <a:ext cx="2467774" cy="462933"/>
            </a:xfrm>
            <a:prstGeom prst="rect">
              <a:avLst/>
            </a:prstGeom>
            <a:noFill/>
            <a:ln>
              <a:noFill/>
            </a:ln>
          </p:spPr>
        </p:pic>
      </p:grpSp>
    </p:spTree>
    <p:extLst>
      <p:ext uri="{BB962C8B-B14F-4D97-AF65-F5344CB8AC3E}">
        <p14:creationId xmlns:p14="http://schemas.microsoft.com/office/powerpoint/2010/main" val="7923807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04"/>
        <p:cNvGrpSpPr/>
        <p:nvPr/>
      </p:nvGrpSpPr>
      <p:grpSpPr>
        <a:xfrm>
          <a:off x="0" y="0"/>
          <a:ext cx="0" cy="0"/>
          <a:chOff x="0" y="0"/>
          <a:chExt cx="0" cy="0"/>
        </a:xfrm>
      </p:grpSpPr>
      <p:sp>
        <p:nvSpPr>
          <p:cNvPr id="105" name="Google Shape;105;p14"/>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106" name="Google Shape;106;p14"/>
          <p:cNvSpPr txBox="1">
            <a:spLocks noGrp="1"/>
          </p:cNvSpPr>
          <p:nvPr>
            <p:ph type="title"/>
          </p:nvPr>
        </p:nvSpPr>
        <p:spPr>
          <a:xfrm>
            <a:off x="2133775" y="3054750"/>
            <a:ext cx="6297000" cy="6618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3000"/>
              <a:buNone/>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07" name="Google Shape;107;p14"/>
          <p:cNvSpPr txBox="1">
            <a:spLocks noGrp="1"/>
          </p:cNvSpPr>
          <p:nvPr>
            <p:ph type="subTitle" idx="1"/>
          </p:nvPr>
        </p:nvSpPr>
        <p:spPr>
          <a:xfrm>
            <a:off x="2133600" y="1426950"/>
            <a:ext cx="6297000" cy="1627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000"/>
              <a:buNone/>
              <a:defRPr sz="25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spTree>
    <p:extLst>
      <p:ext uri="{BB962C8B-B14F-4D97-AF65-F5344CB8AC3E}">
        <p14:creationId xmlns:p14="http://schemas.microsoft.com/office/powerpoint/2010/main" val="40362608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65"/>
        <p:cNvGrpSpPr/>
        <p:nvPr/>
      </p:nvGrpSpPr>
      <p:grpSpPr>
        <a:xfrm>
          <a:off x="0" y="0"/>
          <a:ext cx="0" cy="0"/>
          <a:chOff x="0" y="0"/>
          <a:chExt cx="0" cy="0"/>
        </a:xfrm>
      </p:grpSpPr>
      <p:sp>
        <p:nvSpPr>
          <p:cNvPr id="66" name="Google Shape;66;p8"/>
          <p:cNvSpPr/>
          <p:nvPr/>
        </p:nvSpPr>
        <p:spPr>
          <a:xfrm>
            <a:off x="182700" y="151650"/>
            <a:ext cx="8778600" cy="4840200"/>
          </a:xfrm>
          <a:prstGeom prst="snip1Rect">
            <a:avLst>
              <a:gd name="adj" fmla="val 448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grpSp>
        <p:nvGrpSpPr>
          <p:cNvPr id="67" name="Google Shape;67;p8"/>
          <p:cNvGrpSpPr/>
          <p:nvPr/>
        </p:nvGrpSpPr>
        <p:grpSpPr>
          <a:xfrm>
            <a:off x="182700" y="151649"/>
            <a:ext cx="8778600" cy="4853775"/>
            <a:chOff x="182700" y="151649"/>
            <a:chExt cx="8778600" cy="4853775"/>
          </a:xfrm>
        </p:grpSpPr>
        <p:pic>
          <p:nvPicPr>
            <p:cNvPr id="68" name="Google Shape;68;p8"/>
            <p:cNvPicPr preferRelativeResize="0"/>
            <p:nvPr/>
          </p:nvPicPr>
          <p:blipFill>
            <a:blip r:embed="rId2">
              <a:alphaModFix/>
            </a:blip>
            <a:stretch>
              <a:fillRect/>
            </a:stretch>
          </p:blipFill>
          <p:spPr>
            <a:xfrm>
              <a:off x="7232175" y="4603999"/>
              <a:ext cx="1729125" cy="401425"/>
            </a:xfrm>
            <a:prstGeom prst="rect">
              <a:avLst/>
            </a:prstGeom>
            <a:noFill/>
            <a:ln>
              <a:noFill/>
            </a:ln>
          </p:spPr>
        </p:pic>
        <p:pic>
          <p:nvPicPr>
            <p:cNvPr id="69" name="Google Shape;69;p8"/>
            <p:cNvPicPr preferRelativeResize="0"/>
            <p:nvPr/>
          </p:nvPicPr>
          <p:blipFill>
            <a:blip r:embed="rId2">
              <a:alphaModFix/>
            </a:blip>
            <a:stretch>
              <a:fillRect/>
            </a:stretch>
          </p:blipFill>
          <p:spPr>
            <a:xfrm>
              <a:off x="182700" y="151649"/>
              <a:ext cx="1729125" cy="401425"/>
            </a:xfrm>
            <a:prstGeom prst="rect">
              <a:avLst/>
            </a:prstGeom>
            <a:noFill/>
            <a:ln>
              <a:noFill/>
            </a:ln>
          </p:spPr>
        </p:pic>
      </p:grpSp>
      <p:sp>
        <p:nvSpPr>
          <p:cNvPr id="70" name="Google Shape;70;p8"/>
          <p:cNvSpPr txBox="1">
            <a:spLocks noGrp="1"/>
          </p:cNvSpPr>
          <p:nvPr>
            <p:ph type="title"/>
          </p:nvPr>
        </p:nvSpPr>
        <p:spPr>
          <a:xfrm>
            <a:off x="2298600" y="1619250"/>
            <a:ext cx="4546800" cy="1849500"/>
          </a:xfrm>
          <a:prstGeom prst="rect">
            <a:avLst/>
          </a:prstGeom>
          <a:solidFill>
            <a:schemeClr val="lt1"/>
          </a:solidFill>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5000">
                <a:solidFill>
                  <a:schemeClr val="accent2"/>
                </a:solidFill>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extLst>
      <p:ext uri="{BB962C8B-B14F-4D97-AF65-F5344CB8AC3E}">
        <p14:creationId xmlns:p14="http://schemas.microsoft.com/office/powerpoint/2010/main" val="24346240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3"/>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lnSpc>
                <a:spcPct val="115000"/>
              </a:lnSpc>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1pPr>
            <a:lvl2pPr lvl="1" rtl="0">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2pPr>
            <a:lvl3pPr lvl="2" rtl="0">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3pPr>
            <a:lvl4pPr lvl="3" rtl="0">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4pPr>
            <a:lvl5pPr lvl="4" rtl="0">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5pPr>
            <a:lvl6pPr lvl="5" rtl="0">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6pPr>
            <a:lvl7pPr lvl="6" rtl="0">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7pPr>
            <a:lvl8pPr lvl="7" rtl="0">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8pPr>
            <a:lvl9pPr lvl="8" rtl="0">
              <a:spcBef>
                <a:spcPts val="0"/>
              </a:spcBef>
              <a:spcAft>
                <a:spcPts val="0"/>
              </a:spcAft>
              <a:buClr>
                <a:schemeClr val="dk1"/>
              </a:buClr>
              <a:buSzPts val="2800"/>
              <a:buFont typeface="IBM Plex Mono"/>
              <a:buNone/>
              <a:defRPr sz="2800" b="1">
                <a:solidFill>
                  <a:schemeClr val="dk1"/>
                </a:solidFill>
                <a:latin typeface="IBM Plex Mono"/>
                <a:ea typeface="IBM Plex Mono"/>
                <a:cs typeface="IBM Plex Mono"/>
                <a:sym typeface="IBM Plex Mono"/>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1pPr>
            <a:lvl2pPr marL="914400" lvl="1"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2pPr>
            <a:lvl3pPr marL="1371600" lvl="2"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3pPr>
            <a:lvl4pPr marL="1828800" lvl="3"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4pPr>
            <a:lvl5pPr marL="2286000" lvl="4"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5pPr>
            <a:lvl6pPr marL="2743200" lvl="5"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6pPr>
            <a:lvl7pPr marL="3200400" lvl="6"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7pPr>
            <a:lvl8pPr marL="3657600" lvl="7"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8pPr>
            <a:lvl9pPr marL="4114800" lvl="8"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2" r:id="rId3"/>
    <p:sldLayoutId id="2147483653" r:id="rId4"/>
    <p:sldLayoutId id="2147483658" r:id="rId5"/>
    <p:sldLayoutId id="2147483659" r:id="rId6"/>
    <p:sldLayoutId id="2147483662" r:id="rId7"/>
    <p:sldLayoutId id="2147483663" r:id="rId8"/>
    <p:sldLayoutId id="2147483673" r:id="rId9"/>
    <p:sldLayoutId id="2147483674" r:id="rId10"/>
    <p:sldLayoutId id="2147483681" r:id="rId11"/>
    <p:sldLayoutId id="2147483682" r:id="rId12"/>
    <p:sldLayoutId id="2147483686" r:id="rId13"/>
    <p:sldLayoutId id="2147483688" r:id="rId14"/>
    <p:sldLayoutId id="2147483689"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13.gif"/></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0.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0.png"/></Relationships>
</file>

<file path=ppt/slides/_rels/slide8.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28.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18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13.xml"/><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34.png"/><Relationship Id="rId7"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14.xml"/><Relationship Id="rId6" Type="http://schemas.openxmlformats.org/officeDocument/2006/relationships/image" Target="../media/image35.png"/><Relationship Id="rId5" Type="http://schemas.openxmlformats.org/officeDocument/2006/relationships/image" Target="../media/image9.png"/><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15.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pic>
        <p:nvPicPr>
          <p:cNvPr id="390" name="Google Shape;390;p40"/>
          <p:cNvPicPr preferRelativeResize="0"/>
          <p:nvPr/>
        </p:nvPicPr>
        <p:blipFill rotWithShape="1">
          <a:blip r:embed="rId3">
            <a:alphaModFix/>
          </a:blip>
          <a:srcRect l="2123" b="9502"/>
          <a:stretch/>
        </p:blipFill>
        <p:spPr>
          <a:xfrm>
            <a:off x="0" y="3692921"/>
            <a:ext cx="4304653" cy="1455275"/>
          </a:xfrm>
          <a:prstGeom prst="rect">
            <a:avLst/>
          </a:prstGeom>
          <a:noFill/>
          <a:ln>
            <a:noFill/>
          </a:ln>
        </p:spPr>
      </p:pic>
      <p:pic>
        <p:nvPicPr>
          <p:cNvPr id="391" name="Google Shape;391;p40"/>
          <p:cNvPicPr preferRelativeResize="0"/>
          <p:nvPr/>
        </p:nvPicPr>
        <p:blipFill rotWithShape="1">
          <a:blip r:embed="rId4">
            <a:alphaModFix/>
          </a:blip>
          <a:srcRect t="19097" r="5042" b="2954"/>
          <a:stretch/>
        </p:blipFill>
        <p:spPr>
          <a:xfrm>
            <a:off x="2396525" y="3055175"/>
            <a:ext cx="3716124" cy="958850"/>
          </a:xfrm>
          <a:prstGeom prst="rect">
            <a:avLst/>
          </a:prstGeom>
          <a:noFill/>
          <a:ln>
            <a:noFill/>
          </a:ln>
        </p:spPr>
      </p:pic>
      <p:pic>
        <p:nvPicPr>
          <p:cNvPr id="392" name="Google Shape;392;p40"/>
          <p:cNvPicPr preferRelativeResize="0"/>
          <p:nvPr/>
        </p:nvPicPr>
        <p:blipFill>
          <a:blip r:embed="rId5">
            <a:alphaModFix/>
          </a:blip>
          <a:stretch>
            <a:fillRect/>
          </a:stretch>
        </p:blipFill>
        <p:spPr>
          <a:xfrm rot="10800000">
            <a:off x="7519424" y="3535074"/>
            <a:ext cx="456876" cy="242950"/>
          </a:xfrm>
          <a:prstGeom prst="rect">
            <a:avLst/>
          </a:prstGeom>
          <a:noFill/>
          <a:ln>
            <a:noFill/>
          </a:ln>
        </p:spPr>
      </p:pic>
      <p:sp>
        <p:nvSpPr>
          <p:cNvPr id="393" name="Google Shape;393;p40"/>
          <p:cNvSpPr txBox="1">
            <a:spLocks noGrp="1"/>
          </p:cNvSpPr>
          <p:nvPr>
            <p:ph type="ctrTitle"/>
          </p:nvPr>
        </p:nvSpPr>
        <p:spPr>
          <a:xfrm>
            <a:off x="624979" y="616816"/>
            <a:ext cx="6894445" cy="2365058"/>
          </a:xfrm>
          <a:prstGeom prst="rect">
            <a:avLst/>
          </a:prstGeom>
        </p:spPr>
        <p:txBody>
          <a:bodyPr spcFirstLastPara="1" wrap="square" lIns="91425" tIns="91425" rIns="91425" bIns="91425" anchor="b" anchorCtr="0">
            <a:noAutofit/>
          </a:bodyPr>
          <a:lstStyle/>
          <a:p>
            <a:r>
              <a:rPr lang="en-US" sz="4000" dirty="0"/>
              <a:t>UNDERACTUATED MOTION PLANNING AND CONTROL FOR JUMPING WITH</a:t>
            </a:r>
            <a:endParaRPr sz="4000" dirty="0"/>
          </a:p>
          <a:p>
            <a:pPr marL="0" lvl="0" indent="0" rtl="0">
              <a:spcBef>
                <a:spcPts val="0"/>
              </a:spcBef>
              <a:spcAft>
                <a:spcPts val="0"/>
              </a:spcAft>
              <a:buNone/>
            </a:pPr>
            <a:r>
              <a:rPr lang="de" sz="4000" dirty="0">
                <a:solidFill>
                  <a:schemeClr val="accent2"/>
                </a:solidFill>
              </a:rPr>
              <a:t>WHEELED-BIPEDAL ROBOT</a:t>
            </a:r>
            <a:endParaRPr sz="4000" dirty="0">
              <a:solidFill>
                <a:schemeClr val="accent2"/>
              </a:solidFill>
            </a:endParaRPr>
          </a:p>
        </p:txBody>
      </p:sp>
      <p:sp>
        <p:nvSpPr>
          <p:cNvPr id="394" name="Google Shape;394;p40"/>
          <p:cNvSpPr txBox="1">
            <a:spLocks noGrp="1"/>
          </p:cNvSpPr>
          <p:nvPr>
            <p:ph type="subTitle" idx="1"/>
          </p:nvPr>
        </p:nvSpPr>
        <p:spPr>
          <a:xfrm>
            <a:off x="4535632" y="3201777"/>
            <a:ext cx="2947500" cy="1121276"/>
          </a:xfrm>
          <a:prstGeom prst="rect">
            <a:avLst/>
          </a:prstGeom>
        </p:spPr>
        <p:txBody>
          <a:bodyPr spcFirstLastPara="1" wrap="square" lIns="91425" tIns="91425" rIns="91425" bIns="91425" anchor="t" anchorCtr="0">
            <a:noAutofit/>
          </a:bodyPr>
          <a:lstStyle/>
          <a:p>
            <a:pPr marL="0" indent="0"/>
            <a:r>
              <a:rPr lang="de" sz="1600" b="1" dirty="0"/>
              <a:t>Bassam ElSaadani 222440</a:t>
            </a:r>
            <a:endParaRPr lang="en-US" sz="1600" b="1" dirty="0"/>
          </a:p>
          <a:p>
            <a:pPr marL="0" indent="0">
              <a:lnSpc>
                <a:spcPct val="114999"/>
              </a:lnSpc>
            </a:pPr>
            <a:r>
              <a:rPr lang="de" sz="1600" b="1" dirty="0"/>
              <a:t>Salma Farid                  197607</a:t>
            </a:r>
          </a:p>
          <a:p>
            <a:pPr marL="0" indent="0">
              <a:lnSpc>
                <a:spcPct val="114999"/>
              </a:lnSpc>
            </a:pPr>
            <a:r>
              <a:rPr lang="de" sz="1600" b="1" dirty="0"/>
              <a:t>Islam Ibrahim	     223475</a:t>
            </a:r>
          </a:p>
          <a:p>
            <a:pPr marL="0" indent="0">
              <a:lnSpc>
                <a:spcPct val="114999"/>
              </a:lnSpc>
            </a:pPr>
            <a:endParaRPr lang="de" b="1" dirty="0"/>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93"/>
                                        </p:tgtEl>
                                        <p:attrNameLst>
                                          <p:attrName>style.visibility</p:attrName>
                                        </p:attrNameLst>
                                      </p:cBhvr>
                                      <p:to>
                                        <p:strVal val="visible"/>
                                      </p:to>
                                    </p:set>
                                    <p:animEffect transition="in" filter="fade">
                                      <p:cBhvr>
                                        <p:cTn id="7" dur="500"/>
                                        <p:tgtEl>
                                          <p:spTgt spid="39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94">
                                            <p:txEl>
                                              <p:pRg st="0" end="0"/>
                                            </p:txEl>
                                          </p:spTgt>
                                        </p:tgtEl>
                                        <p:attrNameLst>
                                          <p:attrName>style.visibility</p:attrName>
                                        </p:attrNameLst>
                                      </p:cBhvr>
                                      <p:to>
                                        <p:strVal val="visible"/>
                                      </p:to>
                                    </p:set>
                                    <p:animEffect transition="in" filter="fade">
                                      <p:cBhvr>
                                        <p:cTn id="12" dur="500"/>
                                        <p:tgtEl>
                                          <p:spTgt spid="39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94">
                                            <p:txEl>
                                              <p:pRg st="1" end="1"/>
                                            </p:txEl>
                                          </p:spTgt>
                                        </p:tgtEl>
                                        <p:attrNameLst>
                                          <p:attrName>style.visibility</p:attrName>
                                        </p:attrNameLst>
                                      </p:cBhvr>
                                      <p:to>
                                        <p:strVal val="visible"/>
                                      </p:to>
                                    </p:set>
                                    <p:animEffect transition="in" filter="fade">
                                      <p:cBhvr>
                                        <p:cTn id="17" dur="500"/>
                                        <p:tgtEl>
                                          <p:spTgt spid="39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94">
                                            <p:txEl>
                                              <p:pRg st="2" end="2"/>
                                            </p:txEl>
                                          </p:spTgt>
                                        </p:tgtEl>
                                        <p:attrNameLst>
                                          <p:attrName>style.visibility</p:attrName>
                                        </p:attrNameLst>
                                      </p:cBhvr>
                                      <p:to>
                                        <p:strVal val="visible"/>
                                      </p:to>
                                    </p:set>
                                    <p:animEffect transition="in" filter="fade">
                                      <p:cBhvr>
                                        <p:cTn id="22" dur="500"/>
                                        <p:tgtEl>
                                          <p:spTgt spid="39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3" grpId="0"/>
      <p:bldP spid="394"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4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
              <a:t>INHALTSVERZEICHNIS</a:t>
            </a:r>
            <a:endParaRPr/>
          </a:p>
        </p:txBody>
      </p:sp>
      <p:sp>
        <p:nvSpPr>
          <p:cNvPr id="414" name="Google Shape;414;p42"/>
          <p:cNvSpPr txBox="1">
            <a:spLocks noGrp="1"/>
          </p:cNvSpPr>
          <p:nvPr>
            <p:ph type="subTitle" idx="9"/>
          </p:nvPr>
        </p:nvSpPr>
        <p:spPr>
          <a:xfrm>
            <a:off x="744246" y="1583041"/>
            <a:ext cx="2175600" cy="484800"/>
          </a:xfrm>
          <a:prstGeom prst="rect">
            <a:avLst/>
          </a:prstGeom>
        </p:spPr>
        <p:txBody>
          <a:bodyPr spcFirstLastPara="1" wrap="square" lIns="91425" tIns="91425" rIns="91425" bIns="91425" anchor="ctr" anchorCtr="0">
            <a:noAutofit/>
          </a:bodyPr>
          <a:lstStyle/>
          <a:p>
            <a:pPr marL="0" lvl="0" indent="0"/>
            <a:r>
              <a:rPr lang="de" dirty="0"/>
              <a:t>INTRODUCTION AND BACKGROUND</a:t>
            </a:r>
            <a:endParaRPr dirty="0"/>
          </a:p>
        </p:txBody>
      </p:sp>
      <p:sp>
        <p:nvSpPr>
          <p:cNvPr id="415" name="Google Shape;415;p42"/>
          <p:cNvSpPr txBox="1">
            <a:spLocks noGrp="1"/>
          </p:cNvSpPr>
          <p:nvPr>
            <p:ph type="title" idx="5"/>
          </p:nvPr>
        </p:nvSpPr>
        <p:spPr>
          <a:xfrm>
            <a:off x="821600" y="1049240"/>
            <a:ext cx="9048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de"/>
              <a:t>01</a:t>
            </a:r>
            <a:endParaRPr/>
          </a:p>
        </p:txBody>
      </p:sp>
      <p:sp>
        <p:nvSpPr>
          <p:cNvPr id="22" name="Google Shape;414;p42">
            <a:extLst>
              <a:ext uri="{FF2B5EF4-FFF2-40B4-BE49-F238E27FC236}">
                <a16:creationId xmlns:a16="http://schemas.microsoft.com/office/drawing/2014/main" id="{BC883EF1-3D20-FD40-B508-E0999779BD94}"/>
              </a:ext>
            </a:extLst>
          </p:cNvPr>
          <p:cNvSpPr txBox="1">
            <a:spLocks/>
          </p:cNvSpPr>
          <p:nvPr/>
        </p:nvSpPr>
        <p:spPr>
          <a:xfrm>
            <a:off x="744245" y="3914560"/>
            <a:ext cx="2827483"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IBM Plex Mono"/>
              <a:buNone/>
              <a:defRPr sz="1800" b="1" i="0" u="none" strike="noStrike" cap="none">
                <a:solidFill>
                  <a:schemeClr val="dk1"/>
                </a:solidFill>
                <a:latin typeface="IBM Plex Mono"/>
                <a:ea typeface="IBM Plex Mono"/>
                <a:cs typeface="IBM Plex Mono"/>
                <a:sym typeface="IBM Plex Mono"/>
              </a:defRPr>
            </a:lvl1pPr>
            <a:lvl2pPr marL="914400" marR="0" lvl="1" indent="-317500" algn="l"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2pPr>
            <a:lvl3pPr marL="1371600" marR="0" lvl="2" indent="-317500" algn="l"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3pPr>
            <a:lvl4pPr marL="1828800" marR="0" lvl="3" indent="-317500" algn="l"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4pPr>
            <a:lvl5pPr marL="2286000" marR="0" lvl="4" indent="-317500" algn="l"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5pPr>
            <a:lvl6pPr marL="2743200" marR="0" lvl="5" indent="-317500" algn="l"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6pPr>
            <a:lvl7pPr marL="3200400" marR="0" lvl="6" indent="-317500" algn="l"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7pPr>
            <a:lvl8pPr marL="3657600" marR="0" lvl="7" indent="-317500" algn="l"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8pPr>
            <a:lvl9pPr marL="4114800" marR="0" lvl="8" indent="-317500" algn="l"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9pPr>
          </a:lstStyle>
          <a:p>
            <a:pPr marL="0" indent="0"/>
            <a:r>
              <a:rPr lang="de" dirty="0"/>
              <a:t>STANCE AND FLIGHT PLANNING</a:t>
            </a:r>
            <a:endParaRPr lang="en-US" dirty="0"/>
          </a:p>
        </p:txBody>
      </p:sp>
      <p:sp>
        <p:nvSpPr>
          <p:cNvPr id="23" name="Google Shape;415;p42">
            <a:extLst>
              <a:ext uri="{FF2B5EF4-FFF2-40B4-BE49-F238E27FC236}">
                <a16:creationId xmlns:a16="http://schemas.microsoft.com/office/drawing/2014/main" id="{F0E1A932-5C69-5E86-93C7-9A05B9718863}"/>
              </a:ext>
            </a:extLst>
          </p:cNvPr>
          <p:cNvSpPr txBox="1">
            <a:spLocks/>
          </p:cNvSpPr>
          <p:nvPr/>
        </p:nvSpPr>
        <p:spPr>
          <a:xfrm>
            <a:off x="821600" y="3214204"/>
            <a:ext cx="904800" cy="447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15000"/>
              </a:lnSpc>
              <a:spcBef>
                <a:spcPts val="0"/>
              </a:spcBef>
              <a:spcAft>
                <a:spcPts val="0"/>
              </a:spcAft>
              <a:buClr>
                <a:schemeClr val="dk1"/>
              </a:buClr>
              <a:buSzPts val="3000"/>
              <a:buFont typeface="IBM Plex Mono"/>
              <a:buNone/>
              <a:defRPr sz="2400" b="1" i="0" u="none" strike="noStrike" cap="none">
                <a:solidFill>
                  <a:schemeClr val="accent3"/>
                </a:solidFill>
                <a:latin typeface="IBM Plex Mono"/>
                <a:ea typeface="IBM Plex Mono"/>
                <a:cs typeface="IBM Plex Mono"/>
                <a:sym typeface="IBM Plex Mono"/>
              </a:defRPr>
            </a:lvl1pPr>
            <a:lvl2pPr marR="0" lvl="1" algn="l" rtl="0">
              <a:lnSpc>
                <a:spcPct val="100000"/>
              </a:lnSpc>
              <a:spcBef>
                <a:spcPts val="0"/>
              </a:spcBef>
              <a:spcAft>
                <a:spcPts val="0"/>
              </a:spcAft>
              <a:buClr>
                <a:schemeClr val="dk1"/>
              </a:buClr>
              <a:buSzPts val="3000"/>
              <a:buFont typeface="IBM Plex Mono"/>
              <a:buNone/>
              <a:defRPr sz="3000" b="1" i="0" u="none" strike="noStrike" cap="none">
                <a:solidFill>
                  <a:schemeClr val="dk1"/>
                </a:solidFill>
                <a:latin typeface="IBM Plex Mono"/>
                <a:ea typeface="IBM Plex Mono"/>
                <a:cs typeface="IBM Plex Mono"/>
                <a:sym typeface="IBM Plex Mono"/>
              </a:defRPr>
            </a:lvl2pPr>
            <a:lvl3pPr marR="0" lvl="2" algn="l" rtl="0">
              <a:lnSpc>
                <a:spcPct val="100000"/>
              </a:lnSpc>
              <a:spcBef>
                <a:spcPts val="0"/>
              </a:spcBef>
              <a:spcAft>
                <a:spcPts val="0"/>
              </a:spcAft>
              <a:buClr>
                <a:schemeClr val="dk1"/>
              </a:buClr>
              <a:buSzPts val="3000"/>
              <a:buFont typeface="IBM Plex Mono"/>
              <a:buNone/>
              <a:defRPr sz="3000" b="1" i="0" u="none" strike="noStrike" cap="none">
                <a:solidFill>
                  <a:schemeClr val="dk1"/>
                </a:solidFill>
                <a:latin typeface="IBM Plex Mono"/>
                <a:ea typeface="IBM Plex Mono"/>
                <a:cs typeface="IBM Plex Mono"/>
                <a:sym typeface="IBM Plex Mono"/>
              </a:defRPr>
            </a:lvl3pPr>
            <a:lvl4pPr marR="0" lvl="3" algn="l" rtl="0">
              <a:lnSpc>
                <a:spcPct val="100000"/>
              </a:lnSpc>
              <a:spcBef>
                <a:spcPts val="0"/>
              </a:spcBef>
              <a:spcAft>
                <a:spcPts val="0"/>
              </a:spcAft>
              <a:buClr>
                <a:schemeClr val="dk1"/>
              </a:buClr>
              <a:buSzPts val="3000"/>
              <a:buFont typeface="IBM Plex Mono"/>
              <a:buNone/>
              <a:defRPr sz="3000" b="1" i="0" u="none" strike="noStrike" cap="none">
                <a:solidFill>
                  <a:schemeClr val="dk1"/>
                </a:solidFill>
                <a:latin typeface="IBM Plex Mono"/>
                <a:ea typeface="IBM Plex Mono"/>
                <a:cs typeface="IBM Plex Mono"/>
                <a:sym typeface="IBM Plex Mono"/>
              </a:defRPr>
            </a:lvl4pPr>
            <a:lvl5pPr marR="0" lvl="4" algn="l" rtl="0">
              <a:lnSpc>
                <a:spcPct val="100000"/>
              </a:lnSpc>
              <a:spcBef>
                <a:spcPts val="0"/>
              </a:spcBef>
              <a:spcAft>
                <a:spcPts val="0"/>
              </a:spcAft>
              <a:buClr>
                <a:schemeClr val="dk1"/>
              </a:buClr>
              <a:buSzPts val="3000"/>
              <a:buFont typeface="IBM Plex Mono"/>
              <a:buNone/>
              <a:defRPr sz="3000" b="1" i="0" u="none" strike="noStrike" cap="none">
                <a:solidFill>
                  <a:schemeClr val="dk1"/>
                </a:solidFill>
                <a:latin typeface="IBM Plex Mono"/>
                <a:ea typeface="IBM Plex Mono"/>
                <a:cs typeface="IBM Plex Mono"/>
                <a:sym typeface="IBM Plex Mono"/>
              </a:defRPr>
            </a:lvl5pPr>
            <a:lvl6pPr marR="0" lvl="5" algn="l" rtl="0">
              <a:lnSpc>
                <a:spcPct val="100000"/>
              </a:lnSpc>
              <a:spcBef>
                <a:spcPts val="0"/>
              </a:spcBef>
              <a:spcAft>
                <a:spcPts val="0"/>
              </a:spcAft>
              <a:buClr>
                <a:schemeClr val="dk1"/>
              </a:buClr>
              <a:buSzPts val="3000"/>
              <a:buFont typeface="IBM Plex Mono"/>
              <a:buNone/>
              <a:defRPr sz="3000" b="1" i="0" u="none" strike="noStrike" cap="none">
                <a:solidFill>
                  <a:schemeClr val="dk1"/>
                </a:solidFill>
                <a:latin typeface="IBM Plex Mono"/>
                <a:ea typeface="IBM Plex Mono"/>
                <a:cs typeface="IBM Plex Mono"/>
                <a:sym typeface="IBM Plex Mono"/>
              </a:defRPr>
            </a:lvl6pPr>
            <a:lvl7pPr marR="0" lvl="6" algn="l" rtl="0">
              <a:lnSpc>
                <a:spcPct val="100000"/>
              </a:lnSpc>
              <a:spcBef>
                <a:spcPts val="0"/>
              </a:spcBef>
              <a:spcAft>
                <a:spcPts val="0"/>
              </a:spcAft>
              <a:buClr>
                <a:schemeClr val="dk1"/>
              </a:buClr>
              <a:buSzPts val="3000"/>
              <a:buFont typeface="IBM Plex Mono"/>
              <a:buNone/>
              <a:defRPr sz="3000" b="1" i="0" u="none" strike="noStrike" cap="none">
                <a:solidFill>
                  <a:schemeClr val="dk1"/>
                </a:solidFill>
                <a:latin typeface="IBM Plex Mono"/>
                <a:ea typeface="IBM Plex Mono"/>
                <a:cs typeface="IBM Plex Mono"/>
                <a:sym typeface="IBM Plex Mono"/>
              </a:defRPr>
            </a:lvl7pPr>
            <a:lvl8pPr marR="0" lvl="7" algn="l" rtl="0">
              <a:lnSpc>
                <a:spcPct val="100000"/>
              </a:lnSpc>
              <a:spcBef>
                <a:spcPts val="0"/>
              </a:spcBef>
              <a:spcAft>
                <a:spcPts val="0"/>
              </a:spcAft>
              <a:buClr>
                <a:schemeClr val="dk1"/>
              </a:buClr>
              <a:buSzPts val="3000"/>
              <a:buFont typeface="IBM Plex Mono"/>
              <a:buNone/>
              <a:defRPr sz="3000" b="1" i="0" u="none" strike="noStrike" cap="none">
                <a:solidFill>
                  <a:schemeClr val="dk1"/>
                </a:solidFill>
                <a:latin typeface="IBM Plex Mono"/>
                <a:ea typeface="IBM Plex Mono"/>
                <a:cs typeface="IBM Plex Mono"/>
                <a:sym typeface="IBM Plex Mono"/>
              </a:defRPr>
            </a:lvl8pPr>
            <a:lvl9pPr marR="0" lvl="8" algn="l" rtl="0">
              <a:lnSpc>
                <a:spcPct val="100000"/>
              </a:lnSpc>
              <a:spcBef>
                <a:spcPts val="0"/>
              </a:spcBef>
              <a:spcAft>
                <a:spcPts val="0"/>
              </a:spcAft>
              <a:buClr>
                <a:schemeClr val="dk1"/>
              </a:buClr>
              <a:buSzPts val="3000"/>
              <a:buFont typeface="IBM Plex Mono"/>
              <a:buNone/>
              <a:defRPr sz="3000" b="1" i="0" u="none" strike="noStrike" cap="none">
                <a:solidFill>
                  <a:schemeClr val="dk1"/>
                </a:solidFill>
                <a:latin typeface="IBM Plex Mono"/>
                <a:ea typeface="IBM Plex Mono"/>
                <a:cs typeface="IBM Plex Mono"/>
                <a:sym typeface="IBM Plex Mono"/>
              </a:defRPr>
            </a:lvl9pPr>
          </a:lstStyle>
          <a:p>
            <a:r>
              <a:rPr lang="de" dirty="0"/>
              <a:t>02</a:t>
            </a:r>
          </a:p>
        </p:txBody>
      </p:sp>
      <p:sp>
        <p:nvSpPr>
          <p:cNvPr id="24" name="Google Shape;414;p42">
            <a:extLst>
              <a:ext uri="{FF2B5EF4-FFF2-40B4-BE49-F238E27FC236}">
                <a16:creationId xmlns:a16="http://schemas.microsoft.com/office/drawing/2014/main" id="{7090F0CA-E71F-4DD9-ED14-8C15AA56AF5D}"/>
              </a:ext>
            </a:extLst>
          </p:cNvPr>
          <p:cNvSpPr txBox="1">
            <a:spLocks/>
          </p:cNvSpPr>
          <p:nvPr/>
        </p:nvSpPr>
        <p:spPr>
          <a:xfrm>
            <a:off x="5738809" y="1551526"/>
            <a:ext cx="2463081"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IBM Plex Mono"/>
              <a:buNone/>
              <a:defRPr sz="1800" b="1" i="0" u="none" strike="noStrike" cap="none">
                <a:solidFill>
                  <a:schemeClr val="dk1"/>
                </a:solidFill>
                <a:latin typeface="IBM Plex Mono"/>
                <a:ea typeface="IBM Plex Mono"/>
                <a:cs typeface="IBM Plex Mono"/>
                <a:sym typeface="IBM Plex Mono"/>
              </a:defRPr>
            </a:lvl1pPr>
            <a:lvl2pPr marL="914400" marR="0" lvl="1" indent="-317500" algn="l"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2pPr>
            <a:lvl3pPr marL="1371600" marR="0" lvl="2" indent="-317500" algn="l"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3pPr>
            <a:lvl4pPr marL="1828800" marR="0" lvl="3" indent="-317500" algn="l"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4pPr>
            <a:lvl5pPr marL="2286000" marR="0" lvl="4" indent="-317500" algn="l"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5pPr>
            <a:lvl6pPr marL="2743200" marR="0" lvl="5" indent="-317500" algn="l"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6pPr>
            <a:lvl7pPr marL="3200400" marR="0" lvl="6" indent="-317500" algn="l"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7pPr>
            <a:lvl8pPr marL="3657600" marR="0" lvl="7" indent="-317500" algn="l"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8pPr>
            <a:lvl9pPr marL="4114800" marR="0" lvl="8" indent="-317500" algn="l"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9pPr>
          </a:lstStyle>
          <a:p>
            <a:pPr marL="0" indent="0"/>
            <a:r>
              <a:rPr lang="de" dirty="0"/>
              <a:t>MATHEMATICAL MOTION PLANNING</a:t>
            </a:r>
            <a:endParaRPr lang="en-US" dirty="0"/>
          </a:p>
        </p:txBody>
      </p:sp>
      <p:sp>
        <p:nvSpPr>
          <p:cNvPr id="25" name="Google Shape;415;p42">
            <a:extLst>
              <a:ext uri="{FF2B5EF4-FFF2-40B4-BE49-F238E27FC236}">
                <a16:creationId xmlns:a16="http://schemas.microsoft.com/office/drawing/2014/main" id="{63CF578A-5F1F-EFB3-C977-FC30AFAC96C4}"/>
              </a:ext>
            </a:extLst>
          </p:cNvPr>
          <p:cNvSpPr txBox="1">
            <a:spLocks/>
          </p:cNvSpPr>
          <p:nvPr/>
        </p:nvSpPr>
        <p:spPr>
          <a:xfrm>
            <a:off x="5816164" y="1017725"/>
            <a:ext cx="904800" cy="447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15000"/>
              </a:lnSpc>
              <a:spcBef>
                <a:spcPts val="0"/>
              </a:spcBef>
              <a:spcAft>
                <a:spcPts val="0"/>
              </a:spcAft>
              <a:buClr>
                <a:schemeClr val="dk1"/>
              </a:buClr>
              <a:buSzPts val="3000"/>
              <a:buFont typeface="IBM Plex Mono"/>
              <a:buNone/>
              <a:defRPr sz="2400" b="1" i="0" u="none" strike="noStrike" cap="none">
                <a:solidFill>
                  <a:schemeClr val="accent3"/>
                </a:solidFill>
                <a:latin typeface="IBM Plex Mono"/>
                <a:ea typeface="IBM Plex Mono"/>
                <a:cs typeface="IBM Plex Mono"/>
                <a:sym typeface="IBM Plex Mono"/>
              </a:defRPr>
            </a:lvl1pPr>
            <a:lvl2pPr marR="0" lvl="1" algn="l" rtl="0">
              <a:lnSpc>
                <a:spcPct val="100000"/>
              </a:lnSpc>
              <a:spcBef>
                <a:spcPts val="0"/>
              </a:spcBef>
              <a:spcAft>
                <a:spcPts val="0"/>
              </a:spcAft>
              <a:buClr>
                <a:schemeClr val="dk1"/>
              </a:buClr>
              <a:buSzPts val="3000"/>
              <a:buFont typeface="IBM Plex Mono"/>
              <a:buNone/>
              <a:defRPr sz="3000" b="1" i="0" u="none" strike="noStrike" cap="none">
                <a:solidFill>
                  <a:schemeClr val="dk1"/>
                </a:solidFill>
                <a:latin typeface="IBM Plex Mono"/>
                <a:ea typeface="IBM Plex Mono"/>
                <a:cs typeface="IBM Plex Mono"/>
                <a:sym typeface="IBM Plex Mono"/>
              </a:defRPr>
            </a:lvl2pPr>
            <a:lvl3pPr marR="0" lvl="2" algn="l" rtl="0">
              <a:lnSpc>
                <a:spcPct val="100000"/>
              </a:lnSpc>
              <a:spcBef>
                <a:spcPts val="0"/>
              </a:spcBef>
              <a:spcAft>
                <a:spcPts val="0"/>
              </a:spcAft>
              <a:buClr>
                <a:schemeClr val="dk1"/>
              </a:buClr>
              <a:buSzPts val="3000"/>
              <a:buFont typeface="IBM Plex Mono"/>
              <a:buNone/>
              <a:defRPr sz="3000" b="1" i="0" u="none" strike="noStrike" cap="none">
                <a:solidFill>
                  <a:schemeClr val="dk1"/>
                </a:solidFill>
                <a:latin typeface="IBM Plex Mono"/>
                <a:ea typeface="IBM Plex Mono"/>
                <a:cs typeface="IBM Plex Mono"/>
                <a:sym typeface="IBM Plex Mono"/>
              </a:defRPr>
            </a:lvl3pPr>
            <a:lvl4pPr marR="0" lvl="3" algn="l" rtl="0">
              <a:lnSpc>
                <a:spcPct val="100000"/>
              </a:lnSpc>
              <a:spcBef>
                <a:spcPts val="0"/>
              </a:spcBef>
              <a:spcAft>
                <a:spcPts val="0"/>
              </a:spcAft>
              <a:buClr>
                <a:schemeClr val="dk1"/>
              </a:buClr>
              <a:buSzPts val="3000"/>
              <a:buFont typeface="IBM Plex Mono"/>
              <a:buNone/>
              <a:defRPr sz="3000" b="1" i="0" u="none" strike="noStrike" cap="none">
                <a:solidFill>
                  <a:schemeClr val="dk1"/>
                </a:solidFill>
                <a:latin typeface="IBM Plex Mono"/>
                <a:ea typeface="IBM Plex Mono"/>
                <a:cs typeface="IBM Plex Mono"/>
                <a:sym typeface="IBM Plex Mono"/>
              </a:defRPr>
            </a:lvl4pPr>
            <a:lvl5pPr marR="0" lvl="4" algn="l" rtl="0">
              <a:lnSpc>
                <a:spcPct val="100000"/>
              </a:lnSpc>
              <a:spcBef>
                <a:spcPts val="0"/>
              </a:spcBef>
              <a:spcAft>
                <a:spcPts val="0"/>
              </a:spcAft>
              <a:buClr>
                <a:schemeClr val="dk1"/>
              </a:buClr>
              <a:buSzPts val="3000"/>
              <a:buFont typeface="IBM Plex Mono"/>
              <a:buNone/>
              <a:defRPr sz="3000" b="1" i="0" u="none" strike="noStrike" cap="none">
                <a:solidFill>
                  <a:schemeClr val="dk1"/>
                </a:solidFill>
                <a:latin typeface="IBM Plex Mono"/>
                <a:ea typeface="IBM Plex Mono"/>
                <a:cs typeface="IBM Plex Mono"/>
                <a:sym typeface="IBM Plex Mono"/>
              </a:defRPr>
            </a:lvl5pPr>
            <a:lvl6pPr marR="0" lvl="5" algn="l" rtl="0">
              <a:lnSpc>
                <a:spcPct val="100000"/>
              </a:lnSpc>
              <a:spcBef>
                <a:spcPts val="0"/>
              </a:spcBef>
              <a:spcAft>
                <a:spcPts val="0"/>
              </a:spcAft>
              <a:buClr>
                <a:schemeClr val="dk1"/>
              </a:buClr>
              <a:buSzPts val="3000"/>
              <a:buFont typeface="IBM Plex Mono"/>
              <a:buNone/>
              <a:defRPr sz="3000" b="1" i="0" u="none" strike="noStrike" cap="none">
                <a:solidFill>
                  <a:schemeClr val="dk1"/>
                </a:solidFill>
                <a:latin typeface="IBM Plex Mono"/>
                <a:ea typeface="IBM Plex Mono"/>
                <a:cs typeface="IBM Plex Mono"/>
                <a:sym typeface="IBM Plex Mono"/>
              </a:defRPr>
            </a:lvl6pPr>
            <a:lvl7pPr marR="0" lvl="6" algn="l" rtl="0">
              <a:lnSpc>
                <a:spcPct val="100000"/>
              </a:lnSpc>
              <a:spcBef>
                <a:spcPts val="0"/>
              </a:spcBef>
              <a:spcAft>
                <a:spcPts val="0"/>
              </a:spcAft>
              <a:buClr>
                <a:schemeClr val="dk1"/>
              </a:buClr>
              <a:buSzPts val="3000"/>
              <a:buFont typeface="IBM Plex Mono"/>
              <a:buNone/>
              <a:defRPr sz="3000" b="1" i="0" u="none" strike="noStrike" cap="none">
                <a:solidFill>
                  <a:schemeClr val="dk1"/>
                </a:solidFill>
                <a:latin typeface="IBM Plex Mono"/>
                <a:ea typeface="IBM Plex Mono"/>
                <a:cs typeface="IBM Plex Mono"/>
                <a:sym typeface="IBM Plex Mono"/>
              </a:defRPr>
            </a:lvl7pPr>
            <a:lvl8pPr marR="0" lvl="7" algn="l" rtl="0">
              <a:lnSpc>
                <a:spcPct val="100000"/>
              </a:lnSpc>
              <a:spcBef>
                <a:spcPts val="0"/>
              </a:spcBef>
              <a:spcAft>
                <a:spcPts val="0"/>
              </a:spcAft>
              <a:buClr>
                <a:schemeClr val="dk1"/>
              </a:buClr>
              <a:buSzPts val="3000"/>
              <a:buFont typeface="IBM Plex Mono"/>
              <a:buNone/>
              <a:defRPr sz="3000" b="1" i="0" u="none" strike="noStrike" cap="none">
                <a:solidFill>
                  <a:schemeClr val="dk1"/>
                </a:solidFill>
                <a:latin typeface="IBM Plex Mono"/>
                <a:ea typeface="IBM Plex Mono"/>
                <a:cs typeface="IBM Plex Mono"/>
                <a:sym typeface="IBM Plex Mono"/>
              </a:defRPr>
            </a:lvl8pPr>
            <a:lvl9pPr marR="0" lvl="8" algn="l" rtl="0">
              <a:lnSpc>
                <a:spcPct val="100000"/>
              </a:lnSpc>
              <a:spcBef>
                <a:spcPts val="0"/>
              </a:spcBef>
              <a:spcAft>
                <a:spcPts val="0"/>
              </a:spcAft>
              <a:buClr>
                <a:schemeClr val="dk1"/>
              </a:buClr>
              <a:buSzPts val="3000"/>
              <a:buFont typeface="IBM Plex Mono"/>
              <a:buNone/>
              <a:defRPr sz="3000" b="1" i="0" u="none" strike="noStrike" cap="none">
                <a:solidFill>
                  <a:schemeClr val="dk1"/>
                </a:solidFill>
                <a:latin typeface="IBM Plex Mono"/>
                <a:ea typeface="IBM Plex Mono"/>
                <a:cs typeface="IBM Plex Mono"/>
                <a:sym typeface="IBM Plex Mono"/>
              </a:defRPr>
            </a:lvl9pPr>
          </a:lstStyle>
          <a:p>
            <a:r>
              <a:rPr lang="de" dirty="0"/>
              <a:t>03</a:t>
            </a:r>
          </a:p>
        </p:txBody>
      </p:sp>
      <p:sp>
        <p:nvSpPr>
          <p:cNvPr id="26" name="Google Shape;414;p42">
            <a:extLst>
              <a:ext uri="{FF2B5EF4-FFF2-40B4-BE49-F238E27FC236}">
                <a16:creationId xmlns:a16="http://schemas.microsoft.com/office/drawing/2014/main" id="{8FEE882D-56BD-554F-A6B6-E3D5076EF351}"/>
              </a:ext>
            </a:extLst>
          </p:cNvPr>
          <p:cNvSpPr txBox="1">
            <a:spLocks/>
          </p:cNvSpPr>
          <p:nvPr/>
        </p:nvSpPr>
        <p:spPr>
          <a:xfrm>
            <a:off x="5816163" y="3748005"/>
            <a:ext cx="2583591"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IBM Plex Mono"/>
              <a:buNone/>
              <a:defRPr sz="1800" b="1" i="0" u="none" strike="noStrike" cap="none">
                <a:solidFill>
                  <a:schemeClr val="dk1"/>
                </a:solidFill>
                <a:latin typeface="IBM Plex Mono"/>
                <a:ea typeface="IBM Plex Mono"/>
                <a:cs typeface="IBM Plex Mono"/>
                <a:sym typeface="IBM Plex Mono"/>
              </a:defRPr>
            </a:lvl1pPr>
            <a:lvl2pPr marL="914400" marR="0" lvl="1" indent="-317500" algn="l"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2pPr>
            <a:lvl3pPr marL="1371600" marR="0" lvl="2" indent="-317500" algn="l"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3pPr>
            <a:lvl4pPr marL="1828800" marR="0" lvl="3" indent="-317500" algn="l"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4pPr>
            <a:lvl5pPr marL="2286000" marR="0" lvl="4" indent="-317500" algn="l"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5pPr>
            <a:lvl6pPr marL="2743200" marR="0" lvl="5" indent="-317500" algn="l"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6pPr>
            <a:lvl7pPr marL="3200400" marR="0" lvl="6" indent="-317500" algn="l"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7pPr>
            <a:lvl8pPr marL="3657600" marR="0" lvl="7" indent="-317500" algn="l"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8pPr>
            <a:lvl9pPr marL="4114800" marR="0" lvl="8" indent="-317500" algn="l"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9pPr>
          </a:lstStyle>
          <a:p>
            <a:pPr marL="0" indent="0"/>
            <a:r>
              <a:rPr lang="en-US" dirty="0"/>
              <a:t>TRACKING CONTROL AND ROBUSTNESS</a:t>
            </a:r>
          </a:p>
        </p:txBody>
      </p:sp>
      <p:sp>
        <p:nvSpPr>
          <p:cNvPr id="27" name="Google Shape;415;p42">
            <a:extLst>
              <a:ext uri="{FF2B5EF4-FFF2-40B4-BE49-F238E27FC236}">
                <a16:creationId xmlns:a16="http://schemas.microsoft.com/office/drawing/2014/main" id="{82DC6BD4-33BB-5BD6-5FC2-63B5A8F8AAC2}"/>
              </a:ext>
            </a:extLst>
          </p:cNvPr>
          <p:cNvSpPr txBox="1">
            <a:spLocks/>
          </p:cNvSpPr>
          <p:nvPr/>
        </p:nvSpPr>
        <p:spPr>
          <a:xfrm>
            <a:off x="5893518" y="3214204"/>
            <a:ext cx="904800" cy="447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15000"/>
              </a:lnSpc>
              <a:spcBef>
                <a:spcPts val="0"/>
              </a:spcBef>
              <a:spcAft>
                <a:spcPts val="0"/>
              </a:spcAft>
              <a:buClr>
                <a:schemeClr val="dk1"/>
              </a:buClr>
              <a:buSzPts val="3000"/>
              <a:buFont typeface="IBM Plex Mono"/>
              <a:buNone/>
              <a:defRPr sz="2400" b="1" i="0" u="none" strike="noStrike" cap="none">
                <a:solidFill>
                  <a:schemeClr val="accent3"/>
                </a:solidFill>
                <a:latin typeface="IBM Plex Mono"/>
                <a:ea typeface="IBM Plex Mono"/>
                <a:cs typeface="IBM Plex Mono"/>
                <a:sym typeface="IBM Plex Mono"/>
              </a:defRPr>
            </a:lvl1pPr>
            <a:lvl2pPr marR="0" lvl="1" algn="l" rtl="0">
              <a:lnSpc>
                <a:spcPct val="100000"/>
              </a:lnSpc>
              <a:spcBef>
                <a:spcPts val="0"/>
              </a:spcBef>
              <a:spcAft>
                <a:spcPts val="0"/>
              </a:spcAft>
              <a:buClr>
                <a:schemeClr val="dk1"/>
              </a:buClr>
              <a:buSzPts val="3000"/>
              <a:buFont typeface="IBM Plex Mono"/>
              <a:buNone/>
              <a:defRPr sz="3000" b="1" i="0" u="none" strike="noStrike" cap="none">
                <a:solidFill>
                  <a:schemeClr val="dk1"/>
                </a:solidFill>
                <a:latin typeface="IBM Plex Mono"/>
                <a:ea typeface="IBM Plex Mono"/>
                <a:cs typeface="IBM Plex Mono"/>
                <a:sym typeface="IBM Plex Mono"/>
              </a:defRPr>
            </a:lvl2pPr>
            <a:lvl3pPr marR="0" lvl="2" algn="l" rtl="0">
              <a:lnSpc>
                <a:spcPct val="100000"/>
              </a:lnSpc>
              <a:spcBef>
                <a:spcPts val="0"/>
              </a:spcBef>
              <a:spcAft>
                <a:spcPts val="0"/>
              </a:spcAft>
              <a:buClr>
                <a:schemeClr val="dk1"/>
              </a:buClr>
              <a:buSzPts val="3000"/>
              <a:buFont typeface="IBM Plex Mono"/>
              <a:buNone/>
              <a:defRPr sz="3000" b="1" i="0" u="none" strike="noStrike" cap="none">
                <a:solidFill>
                  <a:schemeClr val="dk1"/>
                </a:solidFill>
                <a:latin typeface="IBM Plex Mono"/>
                <a:ea typeface="IBM Plex Mono"/>
                <a:cs typeface="IBM Plex Mono"/>
                <a:sym typeface="IBM Plex Mono"/>
              </a:defRPr>
            </a:lvl3pPr>
            <a:lvl4pPr marR="0" lvl="3" algn="l" rtl="0">
              <a:lnSpc>
                <a:spcPct val="100000"/>
              </a:lnSpc>
              <a:spcBef>
                <a:spcPts val="0"/>
              </a:spcBef>
              <a:spcAft>
                <a:spcPts val="0"/>
              </a:spcAft>
              <a:buClr>
                <a:schemeClr val="dk1"/>
              </a:buClr>
              <a:buSzPts val="3000"/>
              <a:buFont typeface="IBM Plex Mono"/>
              <a:buNone/>
              <a:defRPr sz="3000" b="1" i="0" u="none" strike="noStrike" cap="none">
                <a:solidFill>
                  <a:schemeClr val="dk1"/>
                </a:solidFill>
                <a:latin typeface="IBM Plex Mono"/>
                <a:ea typeface="IBM Plex Mono"/>
                <a:cs typeface="IBM Plex Mono"/>
                <a:sym typeface="IBM Plex Mono"/>
              </a:defRPr>
            </a:lvl4pPr>
            <a:lvl5pPr marR="0" lvl="4" algn="l" rtl="0">
              <a:lnSpc>
                <a:spcPct val="100000"/>
              </a:lnSpc>
              <a:spcBef>
                <a:spcPts val="0"/>
              </a:spcBef>
              <a:spcAft>
                <a:spcPts val="0"/>
              </a:spcAft>
              <a:buClr>
                <a:schemeClr val="dk1"/>
              </a:buClr>
              <a:buSzPts val="3000"/>
              <a:buFont typeface="IBM Plex Mono"/>
              <a:buNone/>
              <a:defRPr sz="3000" b="1" i="0" u="none" strike="noStrike" cap="none">
                <a:solidFill>
                  <a:schemeClr val="dk1"/>
                </a:solidFill>
                <a:latin typeface="IBM Plex Mono"/>
                <a:ea typeface="IBM Plex Mono"/>
                <a:cs typeface="IBM Plex Mono"/>
                <a:sym typeface="IBM Plex Mono"/>
              </a:defRPr>
            </a:lvl5pPr>
            <a:lvl6pPr marR="0" lvl="5" algn="l" rtl="0">
              <a:lnSpc>
                <a:spcPct val="100000"/>
              </a:lnSpc>
              <a:spcBef>
                <a:spcPts val="0"/>
              </a:spcBef>
              <a:spcAft>
                <a:spcPts val="0"/>
              </a:spcAft>
              <a:buClr>
                <a:schemeClr val="dk1"/>
              </a:buClr>
              <a:buSzPts val="3000"/>
              <a:buFont typeface="IBM Plex Mono"/>
              <a:buNone/>
              <a:defRPr sz="3000" b="1" i="0" u="none" strike="noStrike" cap="none">
                <a:solidFill>
                  <a:schemeClr val="dk1"/>
                </a:solidFill>
                <a:latin typeface="IBM Plex Mono"/>
                <a:ea typeface="IBM Plex Mono"/>
                <a:cs typeface="IBM Plex Mono"/>
                <a:sym typeface="IBM Plex Mono"/>
              </a:defRPr>
            </a:lvl6pPr>
            <a:lvl7pPr marR="0" lvl="6" algn="l" rtl="0">
              <a:lnSpc>
                <a:spcPct val="100000"/>
              </a:lnSpc>
              <a:spcBef>
                <a:spcPts val="0"/>
              </a:spcBef>
              <a:spcAft>
                <a:spcPts val="0"/>
              </a:spcAft>
              <a:buClr>
                <a:schemeClr val="dk1"/>
              </a:buClr>
              <a:buSzPts val="3000"/>
              <a:buFont typeface="IBM Plex Mono"/>
              <a:buNone/>
              <a:defRPr sz="3000" b="1" i="0" u="none" strike="noStrike" cap="none">
                <a:solidFill>
                  <a:schemeClr val="dk1"/>
                </a:solidFill>
                <a:latin typeface="IBM Plex Mono"/>
                <a:ea typeface="IBM Plex Mono"/>
                <a:cs typeface="IBM Plex Mono"/>
                <a:sym typeface="IBM Plex Mono"/>
              </a:defRPr>
            </a:lvl7pPr>
            <a:lvl8pPr marR="0" lvl="7" algn="l" rtl="0">
              <a:lnSpc>
                <a:spcPct val="100000"/>
              </a:lnSpc>
              <a:spcBef>
                <a:spcPts val="0"/>
              </a:spcBef>
              <a:spcAft>
                <a:spcPts val="0"/>
              </a:spcAft>
              <a:buClr>
                <a:schemeClr val="dk1"/>
              </a:buClr>
              <a:buSzPts val="3000"/>
              <a:buFont typeface="IBM Plex Mono"/>
              <a:buNone/>
              <a:defRPr sz="3000" b="1" i="0" u="none" strike="noStrike" cap="none">
                <a:solidFill>
                  <a:schemeClr val="dk1"/>
                </a:solidFill>
                <a:latin typeface="IBM Plex Mono"/>
                <a:ea typeface="IBM Plex Mono"/>
                <a:cs typeface="IBM Plex Mono"/>
                <a:sym typeface="IBM Plex Mono"/>
              </a:defRPr>
            </a:lvl8pPr>
            <a:lvl9pPr marR="0" lvl="8" algn="l" rtl="0">
              <a:lnSpc>
                <a:spcPct val="100000"/>
              </a:lnSpc>
              <a:spcBef>
                <a:spcPts val="0"/>
              </a:spcBef>
              <a:spcAft>
                <a:spcPts val="0"/>
              </a:spcAft>
              <a:buClr>
                <a:schemeClr val="dk1"/>
              </a:buClr>
              <a:buSzPts val="3000"/>
              <a:buFont typeface="IBM Plex Mono"/>
              <a:buNone/>
              <a:defRPr sz="3000" b="1" i="0" u="none" strike="noStrike" cap="none">
                <a:solidFill>
                  <a:schemeClr val="dk1"/>
                </a:solidFill>
                <a:latin typeface="IBM Plex Mono"/>
                <a:ea typeface="IBM Plex Mono"/>
                <a:cs typeface="IBM Plex Mono"/>
                <a:sym typeface="IBM Plex Mono"/>
              </a:defRPr>
            </a:lvl9pPr>
          </a:lstStyle>
          <a:p>
            <a:r>
              <a:rPr lang="de" dirty="0"/>
              <a:t>04</a:t>
            </a:r>
          </a:p>
        </p:txBody>
      </p:sp>
      <p:sp>
        <p:nvSpPr>
          <p:cNvPr id="28" name="Google Shape;414;p42">
            <a:extLst>
              <a:ext uri="{FF2B5EF4-FFF2-40B4-BE49-F238E27FC236}">
                <a16:creationId xmlns:a16="http://schemas.microsoft.com/office/drawing/2014/main" id="{09A28B8E-2957-0286-3D07-1495702F8EDB}"/>
              </a:ext>
            </a:extLst>
          </p:cNvPr>
          <p:cNvSpPr txBox="1">
            <a:spLocks/>
          </p:cNvSpPr>
          <p:nvPr/>
        </p:nvSpPr>
        <p:spPr>
          <a:xfrm>
            <a:off x="2698173" y="2748800"/>
            <a:ext cx="3307771" cy="484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IBM Plex Mono"/>
              <a:buNone/>
              <a:defRPr sz="1800" b="1" i="0" u="none" strike="noStrike" cap="none">
                <a:solidFill>
                  <a:schemeClr val="dk1"/>
                </a:solidFill>
                <a:latin typeface="IBM Plex Mono"/>
                <a:ea typeface="IBM Plex Mono"/>
                <a:cs typeface="IBM Plex Mono"/>
                <a:sym typeface="IBM Plex Mono"/>
              </a:defRPr>
            </a:lvl1pPr>
            <a:lvl2pPr marL="914400" marR="0" lvl="1" indent="-317500" algn="l"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2pPr>
            <a:lvl3pPr marL="1371600" marR="0" lvl="2" indent="-317500" algn="l"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3pPr>
            <a:lvl4pPr marL="1828800" marR="0" lvl="3" indent="-317500" algn="l"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4pPr>
            <a:lvl5pPr marL="2286000" marR="0" lvl="4" indent="-317500" algn="l"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5pPr>
            <a:lvl6pPr marL="2743200" marR="0" lvl="5" indent="-317500" algn="l"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6pPr>
            <a:lvl7pPr marL="3200400" marR="0" lvl="6" indent="-317500" algn="l"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7pPr>
            <a:lvl8pPr marL="3657600" marR="0" lvl="7" indent="-317500" algn="l"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8pPr>
            <a:lvl9pPr marL="4114800" marR="0" lvl="8" indent="-317500" algn="l"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9pPr>
          </a:lstStyle>
          <a:p>
            <a:pPr marL="0" indent="0"/>
            <a:r>
              <a:rPr lang="en-US" dirty="0"/>
              <a:t>SIMULATION, ANALYSIS, AND CONCLUSION</a:t>
            </a:r>
          </a:p>
        </p:txBody>
      </p:sp>
      <p:sp>
        <p:nvSpPr>
          <p:cNvPr id="29" name="Google Shape;415;p42">
            <a:extLst>
              <a:ext uri="{FF2B5EF4-FFF2-40B4-BE49-F238E27FC236}">
                <a16:creationId xmlns:a16="http://schemas.microsoft.com/office/drawing/2014/main" id="{27FE8D1A-FAD1-82C7-9E1B-676FAB49C3CD}"/>
              </a:ext>
            </a:extLst>
          </p:cNvPr>
          <p:cNvSpPr txBox="1">
            <a:spLocks/>
          </p:cNvSpPr>
          <p:nvPr/>
        </p:nvSpPr>
        <p:spPr>
          <a:xfrm>
            <a:off x="3571729" y="2195603"/>
            <a:ext cx="904800" cy="447600"/>
          </a:xfrm>
          <a:prstGeom prst="rect">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15000"/>
              </a:lnSpc>
              <a:spcBef>
                <a:spcPts val="0"/>
              </a:spcBef>
              <a:spcAft>
                <a:spcPts val="0"/>
              </a:spcAft>
              <a:buClr>
                <a:schemeClr val="dk1"/>
              </a:buClr>
              <a:buSzPts val="3000"/>
              <a:buFont typeface="IBM Plex Mono"/>
              <a:buNone/>
              <a:defRPr sz="2400" b="1" i="0" u="none" strike="noStrike" cap="none">
                <a:solidFill>
                  <a:schemeClr val="accent3"/>
                </a:solidFill>
                <a:latin typeface="IBM Plex Mono"/>
                <a:ea typeface="IBM Plex Mono"/>
                <a:cs typeface="IBM Plex Mono"/>
                <a:sym typeface="IBM Plex Mono"/>
              </a:defRPr>
            </a:lvl1pPr>
            <a:lvl2pPr marR="0" lvl="1" algn="l" rtl="0">
              <a:lnSpc>
                <a:spcPct val="100000"/>
              </a:lnSpc>
              <a:spcBef>
                <a:spcPts val="0"/>
              </a:spcBef>
              <a:spcAft>
                <a:spcPts val="0"/>
              </a:spcAft>
              <a:buClr>
                <a:schemeClr val="dk1"/>
              </a:buClr>
              <a:buSzPts val="3000"/>
              <a:buFont typeface="IBM Plex Mono"/>
              <a:buNone/>
              <a:defRPr sz="3000" b="1" i="0" u="none" strike="noStrike" cap="none">
                <a:solidFill>
                  <a:schemeClr val="dk1"/>
                </a:solidFill>
                <a:latin typeface="IBM Plex Mono"/>
                <a:ea typeface="IBM Plex Mono"/>
                <a:cs typeface="IBM Plex Mono"/>
                <a:sym typeface="IBM Plex Mono"/>
              </a:defRPr>
            </a:lvl2pPr>
            <a:lvl3pPr marR="0" lvl="2" algn="l" rtl="0">
              <a:lnSpc>
                <a:spcPct val="100000"/>
              </a:lnSpc>
              <a:spcBef>
                <a:spcPts val="0"/>
              </a:spcBef>
              <a:spcAft>
                <a:spcPts val="0"/>
              </a:spcAft>
              <a:buClr>
                <a:schemeClr val="dk1"/>
              </a:buClr>
              <a:buSzPts val="3000"/>
              <a:buFont typeface="IBM Plex Mono"/>
              <a:buNone/>
              <a:defRPr sz="3000" b="1" i="0" u="none" strike="noStrike" cap="none">
                <a:solidFill>
                  <a:schemeClr val="dk1"/>
                </a:solidFill>
                <a:latin typeface="IBM Plex Mono"/>
                <a:ea typeface="IBM Plex Mono"/>
                <a:cs typeface="IBM Plex Mono"/>
                <a:sym typeface="IBM Plex Mono"/>
              </a:defRPr>
            </a:lvl3pPr>
            <a:lvl4pPr marR="0" lvl="3" algn="l" rtl="0">
              <a:lnSpc>
                <a:spcPct val="100000"/>
              </a:lnSpc>
              <a:spcBef>
                <a:spcPts val="0"/>
              </a:spcBef>
              <a:spcAft>
                <a:spcPts val="0"/>
              </a:spcAft>
              <a:buClr>
                <a:schemeClr val="dk1"/>
              </a:buClr>
              <a:buSzPts val="3000"/>
              <a:buFont typeface="IBM Plex Mono"/>
              <a:buNone/>
              <a:defRPr sz="3000" b="1" i="0" u="none" strike="noStrike" cap="none">
                <a:solidFill>
                  <a:schemeClr val="dk1"/>
                </a:solidFill>
                <a:latin typeface="IBM Plex Mono"/>
                <a:ea typeface="IBM Plex Mono"/>
                <a:cs typeface="IBM Plex Mono"/>
                <a:sym typeface="IBM Plex Mono"/>
              </a:defRPr>
            </a:lvl4pPr>
            <a:lvl5pPr marR="0" lvl="4" algn="l" rtl="0">
              <a:lnSpc>
                <a:spcPct val="100000"/>
              </a:lnSpc>
              <a:spcBef>
                <a:spcPts val="0"/>
              </a:spcBef>
              <a:spcAft>
                <a:spcPts val="0"/>
              </a:spcAft>
              <a:buClr>
                <a:schemeClr val="dk1"/>
              </a:buClr>
              <a:buSzPts val="3000"/>
              <a:buFont typeface="IBM Plex Mono"/>
              <a:buNone/>
              <a:defRPr sz="3000" b="1" i="0" u="none" strike="noStrike" cap="none">
                <a:solidFill>
                  <a:schemeClr val="dk1"/>
                </a:solidFill>
                <a:latin typeface="IBM Plex Mono"/>
                <a:ea typeface="IBM Plex Mono"/>
                <a:cs typeface="IBM Plex Mono"/>
                <a:sym typeface="IBM Plex Mono"/>
              </a:defRPr>
            </a:lvl5pPr>
            <a:lvl6pPr marR="0" lvl="5" algn="l" rtl="0">
              <a:lnSpc>
                <a:spcPct val="100000"/>
              </a:lnSpc>
              <a:spcBef>
                <a:spcPts val="0"/>
              </a:spcBef>
              <a:spcAft>
                <a:spcPts val="0"/>
              </a:spcAft>
              <a:buClr>
                <a:schemeClr val="dk1"/>
              </a:buClr>
              <a:buSzPts val="3000"/>
              <a:buFont typeface="IBM Plex Mono"/>
              <a:buNone/>
              <a:defRPr sz="3000" b="1" i="0" u="none" strike="noStrike" cap="none">
                <a:solidFill>
                  <a:schemeClr val="dk1"/>
                </a:solidFill>
                <a:latin typeface="IBM Plex Mono"/>
                <a:ea typeface="IBM Plex Mono"/>
                <a:cs typeface="IBM Plex Mono"/>
                <a:sym typeface="IBM Plex Mono"/>
              </a:defRPr>
            </a:lvl6pPr>
            <a:lvl7pPr marR="0" lvl="6" algn="l" rtl="0">
              <a:lnSpc>
                <a:spcPct val="100000"/>
              </a:lnSpc>
              <a:spcBef>
                <a:spcPts val="0"/>
              </a:spcBef>
              <a:spcAft>
                <a:spcPts val="0"/>
              </a:spcAft>
              <a:buClr>
                <a:schemeClr val="dk1"/>
              </a:buClr>
              <a:buSzPts val="3000"/>
              <a:buFont typeface="IBM Plex Mono"/>
              <a:buNone/>
              <a:defRPr sz="3000" b="1" i="0" u="none" strike="noStrike" cap="none">
                <a:solidFill>
                  <a:schemeClr val="dk1"/>
                </a:solidFill>
                <a:latin typeface="IBM Plex Mono"/>
                <a:ea typeface="IBM Plex Mono"/>
                <a:cs typeface="IBM Plex Mono"/>
                <a:sym typeface="IBM Plex Mono"/>
              </a:defRPr>
            </a:lvl7pPr>
            <a:lvl8pPr marR="0" lvl="7" algn="l" rtl="0">
              <a:lnSpc>
                <a:spcPct val="100000"/>
              </a:lnSpc>
              <a:spcBef>
                <a:spcPts val="0"/>
              </a:spcBef>
              <a:spcAft>
                <a:spcPts val="0"/>
              </a:spcAft>
              <a:buClr>
                <a:schemeClr val="dk1"/>
              </a:buClr>
              <a:buSzPts val="3000"/>
              <a:buFont typeface="IBM Plex Mono"/>
              <a:buNone/>
              <a:defRPr sz="3000" b="1" i="0" u="none" strike="noStrike" cap="none">
                <a:solidFill>
                  <a:schemeClr val="dk1"/>
                </a:solidFill>
                <a:latin typeface="IBM Plex Mono"/>
                <a:ea typeface="IBM Plex Mono"/>
                <a:cs typeface="IBM Plex Mono"/>
                <a:sym typeface="IBM Plex Mono"/>
              </a:defRPr>
            </a:lvl8pPr>
            <a:lvl9pPr marR="0" lvl="8" algn="l" rtl="0">
              <a:lnSpc>
                <a:spcPct val="100000"/>
              </a:lnSpc>
              <a:spcBef>
                <a:spcPts val="0"/>
              </a:spcBef>
              <a:spcAft>
                <a:spcPts val="0"/>
              </a:spcAft>
              <a:buClr>
                <a:schemeClr val="dk1"/>
              </a:buClr>
              <a:buSzPts val="3000"/>
              <a:buFont typeface="IBM Plex Mono"/>
              <a:buNone/>
              <a:defRPr sz="3000" b="1" i="0" u="none" strike="noStrike" cap="none">
                <a:solidFill>
                  <a:schemeClr val="dk1"/>
                </a:solidFill>
                <a:latin typeface="IBM Plex Mono"/>
                <a:ea typeface="IBM Plex Mono"/>
                <a:cs typeface="IBM Plex Mono"/>
                <a:sym typeface="IBM Plex Mono"/>
              </a:defRPr>
            </a:lvl9pPr>
          </a:lstStyle>
          <a:p>
            <a:r>
              <a:rPr lang="de" dirty="0"/>
              <a:t>05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38">
          <a:extLst>
            <a:ext uri="{FF2B5EF4-FFF2-40B4-BE49-F238E27FC236}">
              <a16:creationId xmlns:a16="http://schemas.microsoft.com/office/drawing/2014/main" id="{36C70C5D-47A7-3F8D-8E1D-69F5883075CA}"/>
            </a:ext>
          </a:extLst>
        </p:cNvPr>
        <p:cNvGrpSpPr/>
        <p:nvPr/>
      </p:nvGrpSpPr>
      <p:grpSpPr>
        <a:xfrm>
          <a:off x="0" y="0"/>
          <a:ext cx="0" cy="0"/>
          <a:chOff x="0" y="0"/>
          <a:chExt cx="0" cy="0"/>
        </a:xfrm>
      </p:grpSpPr>
      <p:sp>
        <p:nvSpPr>
          <p:cNvPr id="439" name="Google Shape;439;p44">
            <a:extLst>
              <a:ext uri="{FF2B5EF4-FFF2-40B4-BE49-F238E27FC236}">
                <a16:creationId xmlns:a16="http://schemas.microsoft.com/office/drawing/2014/main" id="{27E084AD-B29D-03D1-A3D1-8AEB5C333906}"/>
              </a:ext>
            </a:extLst>
          </p:cNvPr>
          <p:cNvSpPr txBox="1">
            <a:spLocks noGrp="1"/>
          </p:cNvSpPr>
          <p:nvPr>
            <p:ph type="title"/>
          </p:nvPr>
        </p:nvSpPr>
        <p:spPr>
          <a:xfrm>
            <a:off x="1892760" y="2485824"/>
            <a:ext cx="5556487" cy="1621097"/>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 sz="4400" dirty="0"/>
              <a:t>INTRODUCTION AND BACKGROUND</a:t>
            </a:r>
            <a:endParaRPr sz="4400" dirty="0"/>
          </a:p>
        </p:txBody>
      </p:sp>
      <p:sp>
        <p:nvSpPr>
          <p:cNvPr id="440" name="Google Shape;440;p44">
            <a:extLst>
              <a:ext uri="{FF2B5EF4-FFF2-40B4-BE49-F238E27FC236}">
                <a16:creationId xmlns:a16="http://schemas.microsoft.com/office/drawing/2014/main" id="{08083880-159B-A3F2-DC63-300D049C1F82}"/>
              </a:ext>
            </a:extLst>
          </p:cNvPr>
          <p:cNvSpPr txBox="1">
            <a:spLocks noGrp="1"/>
          </p:cNvSpPr>
          <p:nvPr>
            <p:ph type="title" idx="2"/>
          </p:nvPr>
        </p:nvSpPr>
        <p:spPr>
          <a:xfrm>
            <a:off x="2042402" y="1436575"/>
            <a:ext cx="1995000" cy="915900"/>
          </a:xfrm>
          <a:prstGeom prst="rect">
            <a:avLst/>
          </a:prstGeom>
        </p:spPr>
        <p:txBody>
          <a:bodyPr spcFirstLastPara="1" wrap="square" lIns="91425" tIns="91425" rIns="91425" bIns="0" anchor="ctr" anchorCtr="0">
            <a:noAutofit/>
          </a:bodyPr>
          <a:lstStyle/>
          <a:p>
            <a:pPr marL="0" lvl="0" indent="0" algn="ctr" rtl="0">
              <a:spcBef>
                <a:spcPts val="0"/>
              </a:spcBef>
              <a:spcAft>
                <a:spcPts val="0"/>
              </a:spcAft>
              <a:buNone/>
            </a:pPr>
            <a:r>
              <a:rPr lang="de" dirty="0"/>
              <a:t>01</a:t>
            </a:r>
            <a:endParaRPr dirty="0"/>
          </a:p>
        </p:txBody>
      </p:sp>
      <p:pic>
        <p:nvPicPr>
          <p:cNvPr id="442" name="Google Shape;442;p44">
            <a:extLst>
              <a:ext uri="{FF2B5EF4-FFF2-40B4-BE49-F238E27FC236}">
                <a16:creationId xmlns:a16="http://schemas.microsoft.com/office/drawing/2014/main" id="{FB38F95C-2E9C-0E0C-020A-848A7603D88A}"/>
              </a:ext>
            </a:extLst>
          </p:cNvPr>
          <p:cNvPicPr preferRelativeResize="0"/>
          <p:nvPr/>
        </p:nvPicPr>
        <p:blipFill rotWithShape="1">
          <a:blip r:embed="rId3">
            <a:alphaModFix/>
          </a:blip>
          <a:srcRect t="19097" r="5042" b="2954"/>
          <a:stretch/>
        </p:blipFill>
        <p:spPr>
          <a:xfrm flipH="1">
            <a:off x="4037238" y="1481775"/>
            <a:ext cx="3716124" cy="958849"/>
          </a:xfrm>
          <a:prstGeom prst="rect">
            <a:avLst/>
          </a:prstGeom>
          <a:noFill/>
          <a:ln>
            <a:noFill/>
          </a:ln>
        </p:spPr>
      </p:pic>
      <p:grpSp>
        <p:nvGrpSpPr>
          <p:cNvPr id="443" name="Google Shape;443;p44">
            <a:extLst>
              <a:ext uri="{FF2B5EF4-FFF2-40B4-BE49-F238E27FC236}">
                <a16:creationId xmlns:a16="http://schemas.microsoft.com/office/drawing/2014/main" id="{2037AE79-3A27-73B3-A93D-7CDBA2B8E451}"/>
              </a:ext>
            </a:extLst>
          </p:cNvPr>
          <p:cNvGrpSpPr/>
          <p:nvPr/>
        </p:nvGrpSpPr>
        <p:grpSpPr>
          <a:xfrm>
            <a:off x="8400" y="69700"/>
            <a:ext cx="9135601" cy="5004101"/>
            <a:chOff x="8400" y="69700"/>
            <a:chExt cx="9135601" cy="5004101"/>
          </a:xfrm>
        </p:grpSpPr>
        <p:pic>
          <p:nvPicPr>
            <p:cNvPr id="444" name="Google Shape;444;p44">
              <a:extLst>
                <a:ext uri="{FF2B5EF4-FFF2-40B4-BE49-F238E27FC236}">
                  <a16:creationId xmlns:a16="http://schemas.microsoft.com/office/drawing/2014/main" id="{9C878CEF-2B39-0036-CF4F-FFE3FE414F72}"/>
                </a:ext>
              </a:extLst>
            </p:cNvPr>
            <p:cNvPicPr preferRelativeResize="0"/>
            <p:nvPr/>
          </p:nvPicPr>
          <p:blipFill rotWithShape="1">
            <a:blip r:embed="rId4">
              <a:alphaModFix/>
            </a:blip>
            <a:srcRect t="1400" r="83036" b="-1400"/>
            <a:stretch/>
          </p:blipFill>
          <p:spPr>
            <a:xfrm>
              <a:off x="8010525" y="69700"/>
              <a:ext cx="1133476" cy="5004101"/>
            </a:xfrm>
            <a:prstGeom prst="rect">
              <a:avLst/>
            </a:prstGeom>
            <a:noFill/>
            <a:ln>
              <a:noFill/>
            </a:ln>
          </p:spPr>
        </p:pic>
        <p:pic>
          <p:nvPicPr>
            <p:cNvPr id="445" name="Google Shape;445;p44">
              <a:extLst>
                <a:ext uri="{FF2B5EF4-FFF2-40B4-BE49-F238E27FC236}">
                  <a16:creationId xmlns:a16="http://schemas.microsoft.com/office/drawing/2014/main" id="{ECB3FEBC-3B1A-4FDC-7CE5-25D106A04AA0}"/>
                </a:ext>
              </a:extLst>
            </p:cNvPr>
            <p:cNvPicPr preferRelativeResize="0"/>
            <p:nvPr/>
          </p:nvPicPr>
          <p:blipFill rotWithShape="1">
            <a:blip r:embed="rId4">
              <a:alphaModFix/>
            </a:blip>
            <a:srcRect t="1400" r="83036" b="-1400"/>
            <a:stretch/>
          </p:blipFill>
          <p:spPr>
            <a:xfrm rot="10800000">
              <a:off x="8400" y="69700"/>
              <a:ext cx="1133476" cy="5004101"/>
            </a:xfrm>
            <a:prstGeom prst="rect">
              <a:avLst/>
            </a:prstGeom>
            <a:noFill/>
            <a:ln>
              <a:noFill/>
            </a:ln>
          </p:spPr>
        </p:pic>
      </p:grpSp>
    </p:spTree>
    <p:extLst>
      <p:ext uri="{BB962C8B-B14F-4D97-AF65-F5344CB8AC3E}">
        <p14:creationId xmlns:p14="http://schemas.microsoft.com/office/powerpoint/2010/main" val="32724348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46"/>
          <p:cNvSpPr txBox="1">
            <a:spLocks noGrp="1"/>
          </p:cNvSpPr>
          <p:nvPr>
            <p:ph type="title"/>
          </p:nvPr>
        </p:nvSpPr>
        <p:spPr>
          <a:xfrm>
            <a:off x="720000" y="325582"/>
            <a:ext cx="4855200" cy="720436"/>
          </a:xfrm>
          <a:prstGeom prst="rect">
            <a:avLst/>
          </a:prstGeom>
        </p:spPr>
        <p:txBody>
          <a:bodyPr spcFirstLastPara="1" wrap="square" lIns="91425" tIns="91425" rIns="91425" bIns="91425" anchor="t" anchorCtr="0">
            <a:noAutofit/>
          </a:bodyPr>
          <a:lstStyle/>
          <a:p>
            <a:r>
              <a:rPr lang="de" dirty="0"/>
              <a:t>Introduction</a:t>
            </a:r>
          </a:p>
        </p:txBody>
      </p:sp>
      <p:sp>
        <p:nvSpPr>
          <p:cNvPr id="4" name="TextBox 3">
            <a:extLst>
              <a:ext uri="{FF2B5EF4-FFF2-40B4-BE49-F238E27FC236}">
                <a16:creationId xmlns:a16="http://schemas.microsoft.com/office/drawing/2014/main" id="{658DBDFD-1AD8-3819-961A-9727A84EE3E2}"/>
              </a:ext>
            </a:extLst>
          </p:cNvPr>
          <p:cNvSpPr txBox="1"/>
          <p:nvPr/>
        </p:nvSpPr>
        <p:spPr>
          <a:xfrm>
            <a:off x="720000" y="1431472"/>
            <a:ext cx="4191437" cy="238526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a:solidFill>
                  <a:schemeClr val="tx1"/>
                </a:solidFill>
              </a:rPr>
              <a:t>In the field of robotics, the most common form of locomotion is through wheeled robots. Using motorized wheels, they offer: </a:t>
            </a:r>
          </a:p>
          <a:p>
            <a:pPr marL="285750" indent="-285750" algn="just">
              <a:buFont typeface="Arial" panose="020B0604020202020204" pitchFamily="34" charset="0"/>
              <a:buChar char="•"/>
            </a:pPr>
            <a:r>
              <a:rPr lang="en-US" dirty="0">
                <a:solidFill>
                  <a:schemeClr val="tx1"/>
                </a:solidFill>
              </a:rPr>
              <a:t>Efficient </a:t>
            </a:r>
          </a:p>
          <a:p>
            <a:pPr marL="285750" indent="-285750" algn="just">
              <a:buFont typeface="Arial" panose="020B0604020202020204" pitchFamily="34" charset="0"/>
              <a:buChar char="•"/>
            </a:pPr>
            <a:r>
              <a:rPr lang="en-US" dirty="0">
                <a:solidFill>
                  <a:schemeClr val="tx1"/>
                </a:solidFill>
              </a:rPr>
              <a:t>High-speed movement </a:t>
            </a:r>
          </a:p>
          <a:p>
            <a:pPr marL="285750" indent="-285750" algn="just">
              <a:buFont typeface="Arial" panose="020B0604020202020204" pitchFamily="34" charset="0"/>
              <a:buChar char="•"/>
            </a:pPr>
            <a:r>
              <a:rPr lang="en-US" dirty="0">
                <a:solidFill>
                  <a:schemeClr val="tx1"/>
                </a:solidFill>
              </a:rPr>
              <a:t>High payload-to-weight capacity.</a:t>
            </a:r>
          </a:p>
          <a:p>
            <a:pPr algn="just"/>
            <a:endParaRPr lang="en-US" dirty="0">
              <a:solidFill>
                <a:schemeClr val="tx1"/>
              </a:solidFill>
            </a:endParaRPr>
          </a:p>
          <a:p>
            <a:pPr algn="just"/>
            <a:r>
              <a:rPr lang="en-US" dirty="0">
                <a:solidFill>
                  <a:schemeClr val="tx1"/>
                </a:solidFill>
              </a:rPr>
              <a:t>However, they are extremely constrained by the terrain, gaps or obstacles larger than the wheel radius can completely halt the robot’s movement</a:t>
            </a:r>
          </a:p>
          <a:p>
            <a:endParaRPr lang="en-US" sz="900" dirty="0">
              <a:solidFill>
                <a:schemeClr val="tx1"/>
              </a:solidFill>
              <a:latin typeface="Archivo"/>
              <a:cs typeface="Archivo"/>
            </a:endParaRPr>
          </a:p>
        </p:txBody>
      </p:sp>
      <p:pic>
        <p:nvPicPr>
          <p:cNvPr id="3" name="Picture 2">
            <a:extLst>
              <a:ext uri="{FF2B5EF4-FFF2-40B4-BE49-F238E27FC236}">
                <a16:creationId xmlns:a16="http://schemas.microsoft.com/office/drawing/2014/main" id="{B06B8D1F-2888-850A-7F2F-7E588E2B382C}"/>
              </a:ext>
            </a:extLst>
          </p:cNvPr>
          <p:cNvPicPr>
            <a:picLocks noChangeAspect="1"/>
          </p:cNvPicPr>
          <p:nvPr/>
        </p:nvPicPr>
        <p:blipFill>
          <a:blip r:embed="rId3"/>
          <a:stretch>
            <a:fillRect/>
          </a:stretch>
        </p:blipFill>
        <p:spPr>
          <a:xfrm>
            <a:off x="5361927" y="1672550"/>
            <a:ext cx="3379929" cy="190311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7" grpId="0"/>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56">
          <a:extLst>
            <a:ext uri="{FF2B5EF4-FFF2-40B4-BE49-F238E27FC236}">
              <a16:creationId xmlns:a16="http://schemas.microsoft.com/office/drawing/2014/main" id="{6EFE1C4E-6206-F02A-2989-2F6B810A9C7B}"/>
            </a:ext>
          </a:extLst>
        </p:cNvPr>
        <p:cNvGrpSpPr/>
        <p:nvPr/>
      </p:nvGrpSpPr>
      <p:grpSpPr>
        <a:xfrm>
          <a:off x="0" y="0"/>
          <a:ext cx="0" cy="0"/>
          <a:chOff x="0" y="0"/>
          <a:chExt cx="0" cy="0"/>
        </a:xfrm>
      </p:grpSpPr>
      <p:sp>
        <p:nvSpPr>
          <p:cNvPr id="457" name="Google Shape;457;p46">
            <a:extLst>
              <a:ext uri="{FF2B5EF4-FFF2-40B4-BE49-F238E27FC236}">
                <a16:creationId xmlns:a16="http://schemas.microsoft.com/office/drawing/2014/main" id="{B04127E7-B713-69AC-47DC-85E967C220EE}"/>
              </a:ext>
            </a:extLst>
          </p:cNvPr>
          <p:cNvSpPr txBox="1">
            <a:spLocks noGrp="1"/>
          </p:cNvSpPr>
          <p:nvPr>
            <p:ph type="title"/>
          </p:nvPr>
        </p:nvSpPr>
        <p:spPr>
          <a:xfrm>
            <a:off x="720000" y="325582"/>
            <a:ext cx="4855200" cy="720436"/>
          </a:xfrm>
          <a:prstGeom prst="rect">
            <a:avLst/>
          </a:prstGeom>
        </p:spPr>
        <p:txBody>
          <a:bodyPr spcFirstLastPara="1" wrap="square" lIns="91425" tIns="91425" rIns="91425" bIns="91425" anchor="t" anchorCtr="0">
            <a:noAutofit/>
          </a:bodyPr>
          <a:lstStyle/>
          <a:p>
            <a:r>
              <a:rPr lang="de" dirty="0"/>
              <a:t>Introduction</a:t>
            </a:r>
          </a:p>
        </p:txBody>
      </p:sp>
      <p:sp>
        <p:nvSpPr>
          <p:cNvPr id="4" name="TextBox 3">
            <a:extLst>
              <a:ext uri="{FF2B5EF4-FFF2-40B4-BE49-F238E27FC236}">
                <a16:creationId xmlns:a16="http://schemas.microsoft.com/office/drawing/2014/main" id="{8EDCC43A-AAAA-3074-EDF9-D80F0CFAF0CC}"/>
              </a:ext>
            </a:extLst>
          </p:cNvPr>
          <p:cNvSpPr txBox="1"/>
          <p:nvPr/>
        </p:nvSpPr>
        <p:spPr>
          <a:xfrm>
            <a:off x="720000" y="1297896"/>
            <a:ext cx="4191437"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a:solidFill>
                  <a:schemeClr val="tx1"/>
                </a:solidFill>
              </a:rPr>
              <a:t>Another form of locomotion is using bipedal robots. They are robots designed to move on two legs, mimicking human motion which offers the ability of dealing with sophisticated and complex terrains.</a:t>
            </a:r>
          </a:p>
          <a:p>
            <a:pPr algn="just"/>
            <a:endParaRPr lang="en-US" dirty="0">
              <a:solidFill>
                <a:schemeClr val="tx1"/>
              </a:solidFill>
            </a:endParaRPr>
          </a:p>
          <a:p>
            <a:pPr algn="just"/>
            <a:r>
              <a:rPr lang="en-US" dirty="0">
                <a:solidFill>
                  <a:schemeClr val="tx1"/>
                </a:solidFill>
              </a:rPr>
              <a:t>Despite their promises, they come with drawbacks such as:</a:t>
            </a:r>
          </a:p>
          <a:p>
            <a:pPr marL="285750" indent="-285750" algn="just">
              <a:buFont typeface="Arial" panose="020B0604020202020204" pitchFamily="34" charset="0"/>
              <a:buChar char="•"/>
            </a:pPr>
            <a:r>
              <a:rPr lang="en-US" dirty="0">
                <a:solidFill>
                  <a:schemeClr val="tx1"/>
                </a:solidFill>
              </a:rPr>
              <a:t>Slow rugged movement</a:t>
            </a:r>
          </a:p>
          <a:p>
            <a:pPr marL="285750" indent="-285750" algn="just">
              <a:buFont typeface="Arial" panose="020B0604020202020204" pitchFamily="34" charset="0"/>
              <a:buChar char="•"/>
            </a:pPr>
            <a:r>
              <a:rPr lang="en-US" dirty="0">
                <a:solidFill>
                  <a:schemeClr val="tx1"/>
                </a:solidFill>
              </a:rPr>
              <a:t>Extremely high energy consumption</a:t>
            </a:r>
          </a:p>
          <a:p>
            <a:pPr algn="just"/>
            <a:endParaRPr lang="en-US" dirty="0">
              <a:solidFill>
                <a:schemeClr val="tx1"/>
              </a:solidFill>
            </a:endParaRPr>
          </a:p>
        </p:txBody>
      </p:sp>
      <p:pic>
        <p:nvPicPr>
          <p:cNvPr id="3" name="Picture 2">
            <a:extLst>
              <a:ext uri="{FF2B5EF4-FFF2-40B4-BE49-F238E27FC236}">
                <a16:creationId xmlns:a16="http://schemas.microsoft.com/office/drawing/2014/main" id="{7EB46F21-0537-07D6-B240-46CE0F478707}"/>
              </a:ext>
            </a:extLst>
          </p:cNvPr>
          <p:cNvPicPr>
            <a:picLocks noChangeAspect="1"/>
          </p:cNvPicPr>
          <p:nvPr/>
        </p:nvPicPr>
        <p:blipFill>
          <a:blip r:embed="rId3"/>
          <a:stretch>
            <a:fillRect/>
          </a:stretch>
        </p:blipFill>
        <p:spPr>
          <a:xfrm>
            <a:off x="807402" y="3342127"/>
            <a:ext cx="3624306" cy="1475791"/>
          </a:xfrm>
          <a:prstGeom prst="rect">
            <a:avLst/>
          </a:prstGeom>
        </p:spPr>
      </p:pic>
      <p:pic>
        <p:nvPicPr>
          <p:cNvPr id="6" name="Picture 5">
            <a:extLst>
              <a:ext uri="{FF2B5EF4-FFF2-40B4-BE49-F238E27FC236}">
                <a16:creationId xmlns:a16="http://schemas.microsoft.com/office/drawing/2014/main" id="{A4280109-89F9-0AC0-2579-BA4DF7B81826}"/>
              </a:ext>
            </a:extLst>
          </p:cNvPr>
          <p:cNvPicPr>
            <a:picLocks noChangeAspect="1"/>
          </p:cNvPicPr>
          <p:nvPr/>
        </p:nvPicPr>
        <p:blipFill>
          <a:blip r:embed="rId4"/>
          <a:stretch>
            <a:fillRect/>
          </a:stretch>
        </p:blipFill>
        <p:spPr>
          <a:xfrm>
            <a:off x="5232349" y="1497157"/>
            <a:ext cx="3292187" cy="2389491"/>
          </a:xfrm>
          <a:prstGeom prst="rect">
            <a:avLst/>
          </a:prstGeom>
        </p:spPr>
      </p:pic>
    </p:spTree>
    <p:extLst>
      <p:ext uri="{BB962C8B-B14F-4D97-AF65-F5344CB8AC3E}">
        <p14:creationId xmlns:p14="http://schemas.microsoft.com/office/powerpoint/2010/main" val="145499465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7" grpId="0"/>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p48"/>
          <p:cNvSpPr txBox="1">
            <a:spLocks noGrp="1"/>
          </p:cNvSpPr>
          <p:nvPr>
            <p:ph type="title"/>
          </p:nvPr>
        </p:nvSpPr>
        <p:spPr>
          <a:xfrm>
            <a:off x="720000" y="291369"/>
            <a:ext cx="7704000" cy="572700"/>
          </a:xfrm>
          <a:prstGeom prst="rect">
            <a:avLst/>
          </a:prstGeom>
        </p:spPr>
        <p:txBody>
          <a:bodyPr spcFirstLastPara="1" wrap="square" lIns="91425" tIns="91425" rIns="91425" bIns="91425" anchor="t" anchorCtr="0">
            <a:noAutofit/>
          </a:bodyPr>
          <a:lstStyle/>
          <a:p>
            <a:pPr algn="ctr"/>
            <a:r>
              <a:rPr lang="en-US" dirty="0"/>
              <a:t>Wheeled-Bipedal</a:t>
            </a:r>
            <a:endParaRPr dirty="0"/>
          </a:p>
        </p:txBody>
      </p:sp>
      <p:sp>
        <p:nvSpPr>
          <p:cNvPr id="475" name="Google Shape;475;p48"/>
          <p:cNvSpPr txBox="1">
            <a:spLocks noGrp="1"/>
          </p:cNvSpPr>
          <p:nvPr>
            <p:ph type="subTitle" idx="4"/>
          </p:nvPr>
        </p:nvSpPr>
        <p:spPr>
          <a:xfrm>
            <a:off x="637263" y="1012613"/>
            <a:ext cx="2402732" cy="411600"/>
          </a:xfrm>
          <a:prstGeom prst="rect">
            <a:avLst/>
          </a:prstGeom>
        </p:spPr>
        <p:txBody>
          <a:bodyPr spcFirstLastPara="1" wrap="square" lIns="91425" tIns="91425" rIns="91425" bIns="91425" anchor="b" anchorCtr="0">
            <a:noAutofit/>
          </a:bodyPr>
          <a:lstStyle/>
          <a:p>
            <a:pPr marL="0" indent="0" algn="ctr"/>
            <a:r>
              <a:rPr lang="de" dirty="0">
                <a:solidFill>
                  <a:srgbClr val="C00000"/>
                </a:solidFill>
              </a:rPr>
              <a:t>Bipedal Robots</a:t>
            </a:r>
            <a:endParaRPr dirty="0">
              <a:solidFill>
                <a:srgbClr val="C00000"/>
              </a:solidFill>
            </a:endParaRPr>
          </a:p>
        </p:txBody>
      </p:sp>
      <p:sp>
        <p:nvSpPr>
          <p:cNvPr id="476" name="Google Shape;476;p48"/>
          <p:cNvSpPr txBox="1">
            <a:spLocks noGrp="1"/>
          </p:cNvSpPr>
          <p:nvPr>
            <p:ph type="subTitle" idx="5"/>
          </p:nvPr>
        </p:nvSpPr>
        <p:spPr>
          <a:xfrm>
            <a:off x="3189383" y="1015223"/>
            <a:ext cx="2886041" cy="411600"/>
          </a:xfrm>
          <a:prstGeom prst="rect">
            <a:avLst/>
          </a:prstGeom>
        </p:spPr>
        <p:txBody>
          <a:bodyPr spcFirstLastPara="1" wrap="square" lIns="91425" tIns="91425" rIns="91425" bIns="91425" anchor="b" anchorCtr="0">
            <a:noAutofit/>
          </a:bodyPr>
          <a:lstStyle/>
          <a:p>
            <a:pPr marL="0" indent="0" algn="ctr"/>
            <a:r>
              <a:rPr lang="de" dirty="0">
                <a:solidFill>
                  <a:srgbClr val="C00000"/>
                </a:solidFill>
              </a:rPr>
              <a:t>Wheeled Robots</a:t>
            </a:r>
            <a:endParaRPr dirty="0">
              <a:solidFill>
                <a:srgbClr val="C00000"/>
              </a:solidFill>
            </a:endParaRPr>
          </a:p>
        </p:txBody>
      </p:sp>
      <p:sp>
        <p:nvSpPr>
          <p:cNvPr id="477" name="Google Shape;477;p48"/>
          <p:cNvSpPr txBox="1">
            <a:spLocks noGrp="1"/>
          </p:cNvSpPr>
          <p:nvPr>
            <p:ph type="subTitle" idx="1"/>
          </p:nvPr>
        </p:nvSpPr>
        <p:spPr>
          <a:xfrm>
            <a:off x="787196" y="3266312"/>
            <a:ext cx="2102866" cy="1411549"/>
          </a:xfrm>
          <a:prstGeom prst="rect">
            <a:avLst/>
          </a:prstGeom>
          <a:ln>
            <a:solidFill>
              <a:schemeClr val="tx1"/>
            </a:solidFill>
          </a:ln>
        </p:spPr>
        <p:txBody>
          <a:bodyPr spcFirstLastPara="1" wrap="square" lIns="91425" tIns="91425" rIns="91425" bIns="91425" anchor="t" anchorCtr="0">
            <a:noAutofit/>
          </a:bodyPr>
          <a:lstStyle/>
          <a:p>
            <a:pPr marL="0" indent="0" algn="just">
              <a:lnSpc>
                <a:spcPct val="114999"/>
              </a:lnSpc>
            </a:pPr>
            <a:r>
              <a:rPr lang="en-US" sz="1100" b="1" dirty="0"/>
              <a:t>Strengths: </a:t>
            </a:r>
            <a:r>
              <a:rPr lang="en-US" sz="1100" dirty="0"/>
              <a:t>Highly agile, negotiates rough terrain and stairs.</a:t>
            </a:r>
          </a:p>
          <a:p>
            <a:pPr marL="0" indent="0" algn="just">
              <a:lnSpc>
                <a:spcPct val="114999"/>
              </a:lnSpc>
            </a:pPr>
            <a:r>
              <a:rPr lang="en-US" sz="1100" b="1" dirty="0"/>
              <a:t>Weaknesses: </a:t>
            </a:r>
            <a:r>
              <a:rPr lang="en-US" sz="1100" dirty="0"/>
              <a:t>Low energy efficiency, computationally expensive to balance.</a:t>
            </a:r>
            <a:endParaRPr lang="en-US" sz="1100" dirty="0">
              <a:latin typeface="+mj-lt"/>
            </a:endParaRPr>
          </a:p>
        </p:txBody>
      </p:sp>
      <p:sp>
        <p:nvSpPr>
          <p:cNvPr id="478" name="Google Shape;478;p48"/>
          <p:cNvSpPr txBox="1">
            <a:spLocks noGrp="1"/>
          </p:cNvSpPr>
          <p:nvPr>
            <p:ph type="subTitle" idx="2"/>
          </p:nvPr>
        </p:nvSpPr>
        <p:spPr>
          <a:xfrm>
            <a:off x="3249789" y="3266312"/>
            <a:ext cx="2765231" cy="1011582"/>
          </a:xfrm>
          <a:prstGeom prst="rect">
            <a:avLst/>
          </a:prstGeom>
          <a:ln>
            <a:solidFill>
              <a:schemeClr val="tx1"/>
            </a:solidFill>
          </a:ln>
        </p:spPr>
        <p:txBody>
          <a:bodyPr spcFirstLastPara="1" wrap="square" lIns="91425" tIns="91425" rIns="91425" bIns="91425" anchor="t" anchorCtr="0">
            <a:noAutofit/>
          </a:bodyPr>
          <a:lstStyle/>
          <a:p>
            <a:pPr marL="0" indent="0" algn="just">
              <a:lnSpc>
                <a:spcPct val="114999"/>
              </a:lnSpc>
            </a:pPr>
            <a:r>
              <a:rPr lang="en-US" sz="1100" b="1" dirty="0"/>
              <a:t>Strengths: </a:t>
            </a:r>
            <a:r>
              <a:rPr lang="en-US" sz="1100" dirty="0"/>
              <a:t>High energy efficiency, fast on flat terrain.</a:t>
            </a:r>
          </a:p>
          <a:p>
            <a:pPr marL="0" indent="0" algn="just">
              <a:lnSpc>
                <a:spcPct val="114999"/>
              </a:lnSpc>
            </a:pPr>
            <a:r>
              <a:rPr lang="en-US" sz="1100" b="1" dirty="0"/>
              <a:t>Weaknesses: </a:t>
            </a:r>
            <a:r>
              <a:rPr lang="en-US" sz="1100" dirty="0"/>
              <a:t>Completely blocked by obstacles larger than the wheel radius.</a:t>
            </a:r>
            <a:endParaRPr lang="en-US" sz="1100" dirty="0">
              <a:latin typeface="+mj-lt"/>
            </a:endParaRPr>
          </a:p>
        </p:txBody>
      </p:sp>
      <p:sp>
        <p:nvSpPr>
          <p:cNvPr id="479" name="Google Shape;479;p48"/>
          <p:cNvSpPr txBox="1">
            <a:spLocks noGrp="1"/>
          </p:cNvSpPr>
          <p:nvPr>
            <p:ph type="subTitle" idx="3"/>
          </p:nvPr>
        </p:nvSpPr>
        <p:spPr>
          <a:xfrm>
            <a:off x="6201967" y="3253767"/>
            <a:ext cx="2534021" cy="1454100"/>
          </a:xfrm>
          <a:prstGeom prst="rect">
            <a:avLst/>
          </a:prstGeom>
          <a:ln>
            <a:solidFill>
              <a:schemeClr val="tx1"/>
            </a:solidFill>
          </a:ln>
        </p:spPr>
        <p:txBody>
          <a:bodyPr spcFirstLastPara="1" wrap="square" lIns="91425" tIns="91425" rIns="91425" bIns="91425" anchor="t" anchorCtr="0">
            <a:noAutofit/>
          </a:bodyPr>
          <a:lstStyle/>
          <a:p>
            <a:pPr marL="0" indent="0">
              <a:lnSpc>
                <a:spcPct val="114999"/>
              </a:lnSpc>
            </a:pPr>
            <a:r>
              <a:rPr lang="en-US" sz="1100" b="1" dirty="0"/>
              <a:t>The Promise: </a:t>
            </a:r>
            <a:r>
              <a:rPr lang="en-US" sz="1100" dirty="0"/>
              <a:t>Unifies bipedal agility with wheeled efficiency. Capable of jumping over massive gaps and obstacles.</a:t>
            </a:r>
          </a:p>
          <a:p>
            <a:pPr marL="0" indent="0">
              <a:lnSpc>
                <a:spcPct val="114999"/>
              </a:lnSpc>
            </a:pPr>
            <a:r>
              <a:rPr lang="en-US" sz="1100" b="1" dirty="0"/>
              <a:t>The Dilemma: </a:t>
            </a:r>
            <a:r>
              <a:rPr lang="en-US" sz="1100" dirty="0"/>
              <a:t>Severe control complexity. The system is inherently unstable and heavily underactuated.</a:t>
            </a:r>
          </a:p>
          <a:p>
            <a:pPr marL="0" indent="0">
              <a:lnSpc>
                <a:spcPct val="114999"/>
              </a:lnSpc>
            </a:pPr>
            <a:endParaRPr lang="en-US" sz="1100" dirty="0">
              <a:latin typeface="+mj-lt"/>
            </a:endParaRPr>
          </a:p>
        </p:txBody>
      </p:sp>
      <p:sp>
        <p:nvSpPr>
          <p:cNvPr id="480" name="Google Shape;480;p48"/>
          <p:cNvSpPr txBox="1">
            <a:spLocks noGrp="1"/>
          </p:cNvSpPr>
          <p:nvPr>
            <p:ph type="subTitle" idx="6"/>
          </p:nvPr>
        </p:nvSpPr>
        <p:spPr>
          <a:xfrm>
            <a:off x="6154092" y="1007958"/>
            <a:ext cx="2534020" cy="411600"/>
          </a:xfrm>
          <a:prstGeom prst="rect">
            <a:avLst/>
          </a:prstGeom>
        </p:spPr>
        <p:txBody>
          <a:bodyPr spcFirstLastPara="1" wrap="square" lIns="91425" tIns="91425" rIns="91425" bIns="91425" anchor="b" anchorCtr="0">
            <a:noAutofit/>
          </a:bodyPr>
          <a:lstStyle/>
          <a:p>
            <a:pPr marL="0" indent="0" algn="ctr"/>
            <a:r>
              <a:rPr lang="de" dirty="0">
                <a:solidFill>
                  <a:srgbClr val="C00000"/>
                </a:solidFill>
              </a:rPr>
              <a:t>Wheeled-Bipedal</a:t>
            </a:r>
            <a:endParaRPr dirty="0">
              <a:solidFill>
                <a:srgbClr val="C00000"/>
              </a:solidFill>
            </a:endParaRPr>
          </a:p>
        </p:txBody>
      </p:sp>
      <p:pic>
        <p:nvPicPr>
          <p:cNvPr id="484" name="Google Shape;484;p48"/>
          <p:cNvPicPr preferRelativeResize="0"/>
          <p:nvPr/>
        </p:nvPicPr>
        <p:blipFill rotWithShape="1">
          <a:blip r:embed="rId3">
            <a:alphaModFix amt="38000"/>
          </a:blip>
          <a:srcRect t="58031" b="6290"/>
          <a:stretch/>
        </p:blipFill>
        <p:spPr>
          <a:xfrm>
            <a:off x="2319716" y="4360361"/>
            <a:ext cx="3982800" cy="635000"/>
          </a:xfrm>
          <a:prstGeom prst="rect">
            <a:avLst/>
          </a:prstGeom>
          <a:noFill/>
          <a:ln>
            <a:noFill/>
          </a:ln>
        </p:spPr>
      </p:pic>
      <p:pic>
        <p:nvPicPr>
          <p:cNvPr id="3" name="Picture 2">
            <a:extLst>
              <a:ext uri="{FF2B5EF4-FFF2-40B4-BE49-F238E27FC236}">
                <a16:creationId xmlns:a16="http://schemas.microsoft.com/office/drawing/2014/main" id="{3D2D77D9-722D-3EE5-3170-6AA171A48A05}"/>
              </a:ext>
            </a:extLst>
          </p:cNvPr>
          <p:cNvPicPr>
            <a:picLocks noChangeAspect="1"/>
          </p:cNvPicPr>
          <p:nvPr/>
        </p:nvPicPr>
        <p:blipFill>
          <a:blip r:embed="rId4"/>
          <a:stretch>
            <a:fillRect/>
          </a:stretch>
        </p:blipFill>
        <p:spPr>
          <a:xfrm>
            <a:off x="983541" y="1424213"/>
            <a:ext cx="1710176" cy="1693679"/>
          </a:xfrm>
          <a:prstGeom prst="rect">
            <a:avLst/>
          </a:prstGeom>
        </p:spPr>
      </p:pic>
      <p:pic>
        <p:nvPicPr>
          <p:cNvPr id="5" name="Picture 4">
            <a:extLst>
              <a:ext uri="{FF2B5EF4-FFF2-40B4-BE49-F238E27FC236}">
                <a16:creationId xmlns:a16="http://schemas.microsoft.com/office/drawing/2014/main" id="{44D7B102-3B21-E8BD-ACC3-8AAF719A2A80}"/>
              </a:ext>
            </a:extLst>
          </p:cNvPr>
          <p:cNvPicPr>
            <a:picLocks noChangeAspect="1"/>
          </p:cNvPicPr>
          <p:nvPr/>
        </p:nvPicPr>
        <p:blipFill>
          <a:blip r:embed="rId5"/>
          <a:stretch>
            <a:fillRect/>
          </a:stretch>
        </p:blipFill>
        <p:spPr>
          <a:xfrm>
            <a:off x="3607646" y="1426823"/>
            <a:ext cx="2049514" cy="1555403"/>
          </a:xfrm>
          <a:prstGeom prst="rect">
            <a:avLst/>
          </a:prstGeom>
        </p:spPr>
      </p:pic>
      <p:pic>
        <p:nvPicPr>
          <p:cNvPr id="9" name="Picture 8">
            <a:extLst>
              <a:ext uri="{FF2B5EF4-FFF2-40B4-BE49-F238E27FC236}">
                <a16:creationId xmlns:a16="http://schemas.microsoft.com/office/drawing/2014/main" id="{AAC109BA-6DE3-990E-1CF5-62D6CF0ECFF8}"/>
              </a:ext>
            </a:extLst>
          </p:cNvPr>
          <p:cNvPicPr>
            <a:picLocks noChangeAspect="1"/>
          </p:cNvPicPr>
          <p:nvPr/>
        </p:nvPicPr>
        <p:blipFill>
          <a:blip r:embed="rId6"/>
          <a:stretch>
            <a:fillRect/>
          </a:stretch>
        </p:blipFill>
        <p:spPr>
          <a:xfrm>
            <a:off x="6790834" y="1419558"/>
            <a:ext cx="1260536" cy="155540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5">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77">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77">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76">
                                            <p:txEl>
                                              <p:pRg st="0" end="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78">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78">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80">
                                            <p:txEl>
                                              <p:pRg st="0" end="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79">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7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4" grpId="0"/>
      <p:bldP spid="475" grpId="0" build="p"/>
      <p:bldP spid="476" grpId="0" build="p"/>
      <p:bldP spid="477" grpId="0" build="p"/>
      <p:bldP spid="478" grpId="0" build="p"/>
      <p:bldP spid="479" grpId="0" build="p"/>
      <p:bldP spid="48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56">
          <a:extLst>
            <a:ext uri="{FF2B5EF4-FFF2-40B4-BE49-F238E27FC236}">
              <a16:creationId xmlns:a16="http://schemas.microsoft.com/office/drawing/2014/main" id="{E712C407-B332-87DD-BAF0-3C846BEFF06C}"/>
            </a:ext>
          </a:extLst>
        </p:cNvPr>
        <p:cNvGrpSpPr/>
        <p:nvPr/>
      </p:nvGrpSpPr>
      <p:grpSpPr>
        <a:xfrm>
          <a:off x="0" y="0"/>
          <a:ext cx="0" cy="0"/>
          <a:chOff x="0" y="0"/>
          <a:chExt cx="0" cy="0"/>
        </a:xfrm>
      </p:grpSpPr>
      <p:sp>
        <p:nvSpPr>
          <p:cNvPr id="457" name="Google Shape;457;p46">
            <a:extLst>
              <a:ext uri="{FF2B5EF4-FFF2-40B4-BE49-F238E27FC236}">
                <a16:creationId xmlns:a16="http://schemas.microsoft.com/office/drawing/2014/main" id="{8CD1B3D9-C3D1-AF21-5915-FAC388F1BAA9}"/>
              </a:ext>
            </a:extLst>
          </p:cNvPr>
          <p:cNvSpPr txBox="1">
            <a:spLocks noGrp="1"/>
          </p:cNvSpPr>
          <p:nvPr>
            <p:ph type="title"/>
          </p:nvPr>
        </p:nvSpPr>
        <p:spPr>
          <a:xfrm>
            <a:off x="713225" y="445025"/>
            <a:ext cx="7717500" cy="572700"/>
          </a:xfrm>
        </p:spPr>
        <p:txBody>
          <a:bodyPr spcFirstLastPara="1" wrap="square" lIns="91425" tIns="91425" rIns="91425" bIns="91425" anchor="ctr" anchorCtr="0">
            <a:normAutofit/>
          </a:bodyPr>
          <a:lstStyle/>
          <a:p>
            <a:pPr>
              <a:lnSpc>
                <a:spcPct val="105000"/>
              </a:lnSpc>
            </a:pPr>
            <a:r>
              <a:rPr lang="de" sz="2400"/>
              <a:t>The Challenge of Jumping</a:t>
            </a:r>
          </a:p>
        </p:txBody>
      </p:sp>
      <p:sp>
        <p:nvSpPr>
          <p:cNvPr id="4" name="TextBox 3">
            <a:extLst>
              <a:ext uri="{FF2B5EF4-FFF2-40B4-BE49-F238E27FC236}">
                <a16:creationId xmlns:a16="http://schemas.microsoft.com/office/drawing/2014/main" id="{2F630FE8-A0D0-7B79-F162-D23E9085A544}"/>
              </a:ext>
            </a:extLst>
          </p:cNvPr>
          <p:cNvSpPr txBox="1"/>
          <p:nvPr/>
        </p:nvSpPr>
        <p:spPr>
          <a:xfrm>
            <a:off x="713225" y="1208225"/>
            <a:ext cx="3475780" cy="3264408"/>
          </a:xfrm>
          <a:prstGeom prst="rect">
            <a:avLst/>
          </a:prstGeom>
          <a:noFill/>
          <a:ln>
            <a:noFill/>
          </a:ln>
        </p:spPr>
        <p:txBody>
          <a:bodyPr rot="0" spcFirstLastPara="0" vertOverflow="overflow" horzOverflow="overflow" vert="horz" lIns="91440" tIns="45720" rIns="91440" bIns="45720" numCol="1" spcCol="0" rtlCol="0" fromWordArt="0" anchor="t" anchorCtr="0" forceAA="0" compatLnSpc="1">
            <a:prstTxWarp prst="textNoShape">
              <a:avLst/>
            </a:prstTxWarp>
            <a:normAutofit lnSpcReduction="10000"/>
          </a:bodyPr>
          <a:lstStyle/>
          <a:p>
            <a:pPr>
              <a:spcAft>
                <a:spcPts val="600"/>
              </a:spcAft>
            </a:pPr>
            <a:r>
              <a:rPr lang="en-US" b="0" i="0" u="none" strike="noStrike" cap="none" dirty="0">
                <a:solidFill>
                  <a:schemeClr val="dk1"/>
                </a:solidFill>
              </a:rPr>
              <a:t>The research focuses on jumping with wheeled-bipedal robots. A motion that fully exploits the hybrid design allowing to overcome challenging terrains while maintaining energy efficiency.</a:t>
            </a:r>
          </a:p>
          <a:p>
            <a:pPr>
              <a:spcAft>
                <a:spcPts val="600"/>
              </a:spcAft>
            </a:pPr>
            <a:endParaRPr lang="en-US" b="0" i="0" u="none" strike="noStrike" cap="none" dirty="0">
              <a:solidFill>
                <a:schemeClr val="dk1"/>
              </a:solidFill>
            </a:endParaRPr>
          </a:p>
          <a:p>
            <a:pPr>
              <a:spcAft>
                <a:spcPts val="600"/>
              </a:spcAft>
            </a:pPr>
            <a:r>
              <a:rPr lang="en-US" b="0" i="0" u="none" strike="noStrike" cap="none" dirty="0">
                <a:solidFill>
                  <a:schemeClr val="dk1"/>
                </a:solidFill>
              </a:rPr>
              <a:t>The Issue:</a:t>
            </a:r>
          </a:p>
          <a:p>
            <a:pPr marL="285750" indent="-285750">
              <a:spcAft>
                <a:spcPts val="600"/>
              </a:spcAft>
              <a:buFont typeface="Arial"/>
              <a:buChar char="•"/>
            </a:pPr>
            <a:r>
              <a:rPr lang="en-US" b="0" i="0" u="none" strike="noStrike" cap="none" dirty="0">
                <a:solidFill>
                  <a:schemeClr val="dk1"/>
                </a:solidFill>
              </a:rPr>
              <a:t>Complex Mathematical Model due to sudden transitions between different dynamics when jumping</a:t>
            </a:r>
          </a:p>
          <a:p>
            <a:pPr marL="285750" indent="-285750">
              <a:spcAft>
                <a:spcPts val="600"/>
              </a:spcAft>
              <a:buFont typeface="Arial"/>
              <a:buChar char="•"/>
            </a:pPr>
            <a:r>
              <a:rPr lang="en-US" b="0" i="0" u="none" strike="noStrike" cap="none" dirty="0">
                <a:solidFill>
                  <a:schemeClr val="dk1"/>
                </a:solidFill>
              </a:rPr>
              <a:t>The robot is underactuated, leading to unstable stance dynamics</a:t>
            </a:r>
          </a:p>
          <a:p>
            <a:pPr marL="285750" indent="-285750">
              <a:spcAft>
                <a:spcPts val="600"/>
              </a:spcAft>
              <a:buFont typeface="Arial"/>
              <a:buChar char="•"/>
            </a:pPr>
            <a:r>
              <a:rPr lang="en-US" dirty="0">
                <a:solidFill>
                  <a:schemeClr val="dk1"/>
                </a:solidFill>
              </a:rPr>
              <a:t>Nonlinearity of stance phase dynamics</a:t>
            </a:r>
            <a:endParaRPr lang="en-US" b="0" i="0" u="none" strike="noStrike" cap="none" dirty="0">
              <a:solidFill>
                <a:schemeClr val="dk1"/>
              </a:solidFill>
            </a:endParaRPr>
          </a:p>
        </p:txBody>
      </p:sp>
      <p:pic>
        <p:nvPicPr>
          <p:cNvPr id="7" name="Picture 6">
            <a:extLst>
              <a:ext uri="{FF2B5EF4-FFF2-40B4-BE49-F238E27FC236}">
                <a16:creationId xmlns:a16="http://schemas.microsoft.com/office/drawing/2014/main" id="{82ED6F52-91C9-BEC3-D430-12BC56794E19}"/>
              </a:ext>
            </a:extLst>
          </p:cNvPr>
          <p:cNvPicPr>
            <a:picLocks noChangeAspect="1"/>
          </p:cNvPicPr>
          <p:nvPr/>
        </p:nvPicPr>
        <p:blipFill>
          <a:blip r:embed="rId3"/>
          <a:stretch>
            <a:fillRect/>
          </a:stretch>
        </p:blipFill>
        <p:spPr>
          <a:xfrm>
            <a:off x="5810569" y="687967"/>
            <a:ext cx="1988603" cy="1666823"/>
          </a:xfrm>
          <a:prstGeom prst="rect">
            <a:avLst/>
          </a:prstGeom>
        </p:spPr>
      </p:pic>
      <mc:AlternateContent xmlns:mc="http://schemas.openxmlformats.org/markup-compatibility/2006" xmlns:a14="http://schemas.microsoft.com/office/drawing/2010/main">
        <mc:Choice Requires="a14">
          <p:sp>
            <p:nvSpPr>
              <p:cNvPr id="10" name="Rectangle 2">
                <a:extLst>
                  <a:ext uri="{FF2B5EF4-FFF2-40B4-BE49-F238E27FC236}">
                    <a16:creationId xmlns:a16="http://schemas.microsoft.com/office/drawing/2014/main" id="{C856B23D-BF9F-04EB-2C63-888586D9E6B5}"/>
                  </a:ext>
                </a:extLst>
              </p:cNvPr>
              <p:cNvSpPr>
                <a:spLocks noChangeArrowheads="1"/>
              </p:cNvSpPr>
              <p:nvPr/>
            </p:nvSpPr>
            <p:spPr bwMode="auto">
              <a:xfrm>
                <a:off x="4889879" y="2516670"/>
                <a:ext cx="3792619" cy="57778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14:m>
                  <m:oMathPara xmlns:m="http://schemas.openxmlformats.org/officeDocument/2006/math">
                    <m:oMathParaPr>
                      <m:jc m:val="centerGroup"/>
                    </m:oMathParaPr>
                    <m:oMath xmlns:m="http://schemas.openxmlformats.org/officeDocument/2006/math">
                      <m:acc>
                        <m:accPr>
                          <m:chr m:val="̂"/>
                          <m:ctrlPr>
                            <a:rPr kumimoji="0" lang="en-US" altLang="en-US" sz="1600" b="0" i="1" u="none" strike="noStrike" cap="none" normalizeH="0" baseline="0" dirty="0" smtClean="0">
                              <a:ln>
                                <a:noFill/>
                              </a:ln>
                              <a:solidFill>
                                <a:schemeClr val="tx1"/>
                              </a:solidFill>
                              <a:effectLst/>
                              <a:latin typeface="Cambria Math" panose="02040503050406030204" pitchFamily="18" charset="0"/>
                            </a:rPr>
                          </m:ctrlPr>
                        </m:accPr>
                        <m:e>
                          <m:r>
                            <a:rPr kumimoji="0" lang="en-US" altLang="en-US" sz="1600" b="0" i="1" u="none" strike="noStrike" cap="none" normalizeH="0" baseline="0" dirty="0" smtClean="0">
                              <a:ln>
                                <a:noFill/>
                              </a:ln>
                              <a:solidFill>
                                <a:schemeClr val="tx1"/>
                              </a:solidFill>
                              <a:effectLst/>
                              <a:latin typeface="Cambria Math" panose="02040503050406030204" pitchFamily="18" charset="0"/>
                            </a:rPr>
                            <m:t>𝐻</m:t>
                          </m:r>
                        </m:e>
                      </m:acc>
                      <m:d>
                        <m:dPr>
                          <m:ctrlPr>
                            <a:rPr kumimoji="0" lang="en-US" altLang="en-US" sz="1600" b="0" i="1" u="none" strike="noStrike" cap="none" normalizeH="0" baseline="0" dirty="0" smtClean="0">
                              <a:ln>
                                <a:noFill/>
                              </a:ln>
                              <a:solidFill>
                                <a:schemeClr val="tx1"/>
                              </a:solidFill>
                              <a:effectLst/>
                              <a:latin typeface="Cambria Math" panose="02040503050406030204" pitchFamily="18" charset="0"/>
                            </a:rPr>
                          </m:ctrlPr>
                        </m:dPr>
                        <m:e>
                          <m:r>
                            <a:rPr kumimoji="0" lang="en-US" altLang="en-US" sz="1600" b="0" i="1" u="none" strike="noStrike" cap="none" normalizeH="0" baseline="0" dirty="0" smtClean="0">
                              <a:ln>
                                <a:noFill/>
                              </a:ln>
                              <a:solidFill>
                                <a:schemeClr val="tx1"/>
                              </a:solidFill>
                              <a:effectLst/>
                              <a:latin typeface="Cambria Math" panose="02040503050406030204" pitchFamily="18" charset="0"/>
                            </a:rPr>
                            <m:t>𝑞</m:t>
                          </m:r>
                        </m:e>
                      </m:d>
                      <m:acc>
                        <m:accPr>
                          <m:chr m:val="̈"/>
                          <m:ctrlPr>
                            <a:rPr kumimoji="0" lang="en-US" altLang="en-US" sz="1600" b="0" i="1" u="none" strike="noStrike" cap="none" normalizeH="0" baseline="0" dirty="0" smtClean="0">
                              <a:ln>
                                <a:noFill/>
                              </a:ln>
                              <a:solidFill>
                                <a:schemeClr val="tx1"/>
                              </a:solidFill>
                              <a:effectLst/>
                              <a:latin typeface="Cambria Math" panose="02040503050406030204" pitchFamily="18" charset="0"/>
                            </a:rPr>
                          </m:ctrlPr>
                        </m:accPr>
                        <m:e>
                          <m:r>
                            <a:rPr kumimoji="0" lang="en-US" altLang="en-US" sz="1600" b="0" i="1" u="none" strike="noStrike" cap="none" normalizeH="0" baseline="0" dirty="0" smtClean="0">
                              <a:ln>
                                <a:noFill/>
                              </a:ln>
                              <a:solidFill>
                                <a:schemeClr val="tx1"/>
                              </a:solidFill>
                              <a:effectLst/>
                              <a:latin typeface="Cambria Math" panose="02040503050406030204" pitchFamily="18" charset="0"/>
                            </a:rPr>
                            <m:t>𝑞</m:t>
                          </m:r>
                        </m:e>
                      </m:acc>
                      <m:r>
                        <a:rPr kumimoji="0" lang="en-US" altLang="en-US" sz="1600" b="0" i="1" u="none" strike="noStrike" cap="none" normalizeH="0" baseline="0" dirty="0" smtClean="0">
                          <a:ln>
                            <a:noFill/>
                          </a:ln>
                          <a:solidFill>
                            <a:schemeClr val="tx1"/>
                          </a:solidFill>
                          <a:effectLst/>
                          <a:latin typeface="Cambria Math" panose="02040503050406030204" pitchFamily="18" charset="0"/>
                        </a:rPr>
                        <m:t> + </m:t>
                      </m:r>
                      <m:acc>
                        <m:accPr>
                          <m:chr m:val="̂"/>
                          <m:ctrlPr>
                            <a:rPr kumimoji="0" lang="en-US" altLang="en-US" sz="1600" b="0" i="1" u="none" strike="noStrike" cap="none" normalizeH="0" baseline="0" dirty="0" smtClean="0">
                              <a:ln>
                                <a:noFill/>
                              </a:ln>
                              <a:solidFill>
                                <a:schemeClr val="tx1"/>
                              </a:solidFill>
                              <a:effectLst/>
                              <a:latin typeface="Cambria Math" panose="02040503050406030204" pitchFamily="18" charset="0"/>
                            </a:rPr>
                          </m:ctrlPr>
                        </m:accPr>
                        <m:e>
                          <m:r>
                            <a:rPr kumimoji="0" lang="en-US" altLang="en-US" sz="1600" b="0" i="1" u="none" strike="noStrike" cap="none" normalizeH="0" baseline="0" dirty="0" smtClean="0">
                              <a:ln>
                                <a:noFill/>
                              </a:ln>
                              <a:solidFill>
                                <a:schemeClr val="tx1"/>
                              </a:solidFill>
                              <a:effectLst/>
                              <a:latin typeface="Cambria Math" panose="02040503050406030204" pitchFamily="18" charset="0"/>
                            </a:rPr>
                            <m:t>𝐶</m:t>
                          </m:r>
                        </m:e>
                      </m:acc>
                      <m:d>
                        <m:dPr>
                          <m:ctrlPr>
                            <a:rPr kumimoji="0" lang="en-US" altLang="en-US" sz="1600" b="0" i="1" u="none" strike="noStrike" cap="none" normalizeH="0" baseline="0" dirty="0" smtClean="0">
                              <a:ln>
                                <a:noFill/>
                              </a:ln>
                              <a:solidFill>
                                <a:schemeClr val="tx1"/>
                              </a:solidFill>
                              <a:effectLst/>
                              <a:latin typeface="Cambria Math" panose="02040503050406030204" pitchFamily="18" charset="0"/>
                            </a:rPr>
                          </m:ctrlPr>
                        </m:dPr>
                        <m:e>
                          <m:r>
                            <a:rPr kumimoji="0" lang="en-US" altLang="en-US" sz="1600" b="0" i="1" u="none" strike="noStrike" cap="none" normalizeH="0" baseline="0" dirty="0" smtClean="0">
                              <a:ln>
                                <a:noFill/>
                              </a:ln>
                              <a:solidFill>
                                <a:schemeClr val="tx1"/>
                              </a:solidFill>
                              <a:effectLst/>
                              <a:latin typeface="Cambria Math" panose="02040503050406030204" pitchFamily="18" charset="0"/>
                            </a:rPr>
                            <m:t>𝑞</m:t>
                          </m:r>
                          <m:r>
                            <a:rPr kumimoji="0" lang="en-US" altLang="en-US" sz="1600" b="0" i="1" u="none" strike="noStrike" cap="none" normalizeH="0" baseline="0" dirty="0" smtClean="0">
                              <a:ln>
                                <a:noFill/>
                              </a:ln>
                              <a:solidFill>
                                <a:schemeClr val="tx1"/>
                              </a:solidFill>
                              <a:effectLst/>
                              <a:latin typeface="Cambria Math" panose="02040503050406030204" pitchFamily="18" charset="0"/>
                            </a:rPr>
                            <m:t>, </m:t>
                          </m:r>
                          <m:acc>
                            <m:accPr>
                              <m:chr m:val="̇"/>
                              <m:ctrlPr>
                                <a:rPr kumimoji="0" lang="en-US" altLang="en-US" sz="1600" b="0" i="1" u="none" strike="noStrike" cap="none" normalizeH="0" baseline="0" dirty="0" smtClean="0">
                                  <a:ln>
                                    <a:noFill/>
                                  </a:ln>
                                  <a:solidFill>
                                    <a:schemeClr val="tx1"/>
                                  </a:solidFill>
                                  <a:effectLst/>
                                  <a:latin typeface="Cambria Math" panose="02040503050406030204" pitchFamily="18" charset="0"/>
                                </a:rPr>
                              </m:ctrlPr>
                            </m:accPr>
                            <m:e>
                              <m:r>
                                <a:rPr kumimoji="0" lang="en-US" altLang="en-US" sz="1600" b="0" i="1" u="none" strike="noStrike" cap="none" normalizeH="0" baseline="0" dirty="0" smtClean="0">
                                  <a:ln>
                                    <a:noFill/>
                                  </a:ln>
                                  <a:solidFill>
                                    <a:schemeClr val="tx1"/>
                                  </a:solidFill>
                                  <a:effectLst/>
                                  <a:latin typeface="Cambria Math" panose="02040503050406030204" pitchFamily="18" charset="0"/>
                                </a:rPr>
                                <m:t>𝑞</m:t>
                              </m:r>
                            </m:e>
                          </m:acc>
                        </m:e>
                      </m:d>
                      <m:r>
                        <a:rPr kumimoji="0" lang="en-US" altLang="en-US" sz="1600" b="0" i="1" u="none" strike="noStrike" cap="none" normalizeH="0" baseline="0" dirty="0" smtClean="0">
                          <a:ln>
                            <a:noFill/>
                          </a:ln>
                          <a:solidFill>
                            <a:schemeClr val="tx1"/>
                          </a:solidFill>
                          <a:effectLst/>
                          <a:latin typeface="Cambria Math" panose="02040503050406030204" pitchFamily="18" charset="0"/>
                        </a:rPr>
                        <m:t>= </m:t>
                      </m:r>
                      <m:sSup>
                        <m:sSupPr>
                          <m:ctrlPr>
                            <a:rPr kumimoji="0" lang="en-US" altLang="en-US" sz="1600" b="0" i="1" u="none" strike="noStrike" cap="none" normalizeH="0" baseline="0" dirty="0" smtClean="0">
                              <a:ln>
                                <a:noFill/>
                              </a:ln>
                              <a:solidFill>
                                <a:schemeClr val="tx1"/>
                              </a:solidFill>
                              <a:effectLst/>
                              <a:latin typeface="Cambria Math" panose="02040503050406030204" pitchFamily="18" charset="0"/>
                            </a:rPr>
                          </m:ctrlPr>
                        </m:sSupPr>
                        <m:e>
                          <m:r>
                            <a:rPr kumimoji="0" lang="en-US" altLang="en-US" sz="1600" b="0" i="1" u="none" strike="noStrike" cap="none" normalizeH="0" baseline="0" dirty="0" smtClean="0">
                              <a:ln>
                                <a:noFill/>
                              </a:ln>
                              <a:solidFill>
                                <a:schemeClr val="tx1"/>
                              </a:solidFill>
                              <a:effectLst/>
                              <a:latin typeface="Cambria Math" panose="02040503050406030204" pitchFamily="18" charset="0"/>
                            </a:rPr>
                            <m:t>𝑆</m:t>
                          </m:r>
                        </m:e>
                        <m:sup>
                          <m:r>
                            <a:rPr kumimoji="0" lang="en-US" altLang="en-US" sz="1600" b="0" i="1" u="none" strike="noStrike" cap="none" normalizeH="0" baseline="0" dirty="0" smtClean="0">
                              <a:ln>
                                <a:noFill/>
                              </a:ln>
                              <a:solidFill>
                                <a:schemeClr val="tx1"/>
                              </a:solidFill>
                              <a:effectLst/>
                              <a:latin typeface="Cambria Math" panose="02040503050406030204" pitchFamily="18" charset="0"/>
                            </a:rPr>
                            <m:t>𝑇</m:t>
                          </m:r>
                        </m:sup>
                      </m:sSup>
                      <m:r>
                        <a:rPr kumimoji="0" lang="en-US" altLang="en-US" sz="1600" b="0" i="1" u="none" strike="noStrike" cap="none" normalizeH="0" baseline="0" dirty="0" smtClean="0">
                          <a:ln>
                            <a:noFill/>
                          </a:ln>
                          <a:solidFill>
                            <a:schemeClr val="tx1"/>
                          </a:solidFill>
                          <a:effectLst/>
                          <a:latin typeface="Cambria Math" panose="02040503050406030204" pitchFamily="18" charset="0"/>
                          <a:ea typeface="Cambria Math" panose="02040503050406030204" pitchFamily="18" charset="0"/>
                        </a:rPr>
                        <m:t>𝜏</m:t>
                      </m:r>
                      <m:r>
                        <a:rPr kumimoji="0" lang="en-US" altLang="en-US" sz="1600" b="0" i="1" u="none" strike="noStrike" cap="none" normalizeH="0" baseline="0" dirty="0" smtClean="0">
                          <a:ln>
                            <a:noFill/>
                          </a:ln>
                          <a:solidFill>
                            <a:schemeClr val="tx1"/>
                          </a:solidFill>
                          <a:effectLst/>
                          <a:latin typeface="Cambria Math" panose="02040503050406030204" pitchFamily="18" charset="0"/>
                        </a:rPr>
                        <m:t>+ </m:t>
                      </m:r>
                      <m:sSup>
                        <m:sSupPr>
                          <m:ctrlPr>
                            <a:rPr kumimoji="0" lang="en-US" altLang="en-US" sz="1600" b="0" i="1" u="none" strike="noStrike" cap="none" normalizeH="0" baseline="0" dirty="0" smtClean="0">
                              <a:ln>
                                <a:noFill/>
                              </a:ln>
                              <a:solidFill>
                                <a:schemeClr val="tx1"/>
                              </a:solidFill>
                              <a:effectLst/>
                              <a:latin typeface="Cambria Math" panose="02040503050406030204" pitchFamily="18" charset="0"/>
                            </a:rPr>
                          </m:ctrlPr>
                        </m:sSupPr>
                        <m:e>
                          <m:r>
                            <a:rPr kumimoji="0" lang="en-US" altLang="en-US" sz="1600" b="0" i="1" u="none" strike="noStrike" cap="none" normalizeH="0" baseline="0" dirty="0" smtClean="0">
                              <a:ln>
                                <a:noFill/>
                              </a:ln>
                              <a:solidFill>
                                <a:schemeClr val="tx1"/>
                              </a:solidFill>
                              <a:effectLst/>
                              <a:latin typeface="Cambria Math" panose="02040503050406030204" pitchFamily="18" charset="0"/>
                              <a:ea typeface="Cambria Math" panose="02040503050406030204" pitchFamily="18" charset="0"/>
                            </a:rPr>
                            <m:t>𝜙</m:t>
                          </m:r>
                        </m:e>
                        <m:sup>
                          <m:r>
                            <a:rPr kumimoji="0" lang="en-US" altLang="en-US" sz="1600" b="0" i="1" u="none" strike="noStrike" cap="none" normalizeH="0" baseline="0" dirty="0" smtClean="0">
                              <a:ln>
                                <a:noFill/>
                              </a:ln>
                              <a:solidFill>
                                <a:schemeClr val="tx1"/>
                              </a:solidFill>
                              <a:effectLst/>
                              <a:latin typeface="Cambria Math" panose="02040503050406030204" pitchFamily="18" charset="0"/>
                            </a:rPr>
                            <m:t>𝑇</m:t>
                          </m:r>
                        </m:sup>
                      </m:sSup>
                      <m:r>
                        <a:rPr kumimoji="0" lang="en-US" altLang="en-US" sz="1600" b="0" i="1" u="none" strike="noStrike" cap="none" normalizeH="0" baseline="0" dirty="0" smtClean="0">
                          <a:ln>
                            <a:noFill/>
                          </a:ln>
                          <a:solidFill>
                            <a:schemeClr val="tx1"/>
                          </a:solidFill>
                          <a:effectLst/>
                          <a:latin typeface="Cambria Math" panose="02040503050406030204" pitchFamily="18" charset="0"/>
                        </a:rPr>
                        <m:t> </m:t>
                      </m:r>
                      <m:d>
                        <m:dPr>
                          <m:ctrlPr>
                            <a:rPr kumimoji="0" lang="en-US" altLang="en-US" sz="1600" b="0" i="1" u="none" strike="noStrike" cap="none" normalizeH="0" baseline="0" dirty="0" smtClean="0">
                              <a:ln>
                                <a:noFill/>
                              </a:ln>
                              <a:solidFill>
                                <a:schemeClr val="tx1"/>
                              </a:solidFill>
                              <a:effectLst/>
                              <a:latin typeface="Cambria Math" panose="02040503050406030204" pitchFamily="18" charset="0"/>
                            </a:rPr>
                          </m:ctrlPr>
                        </m:dPr>
                        <m:e>
                          <m:r>
                            <a:rPr kumimoji="0" lang="en-US" altLang="en-US" sz="1600" b="0" i="1" u="none" strike="noStrike" cap="none" normalizeH="0" baseline="0" dirty="0" smtClean="0">
                              <a:ln>
                                <a:noFill/>
                              </a:ln>
                              <a:solidFill>
                                <a:schemeClr val="tx1"/>
                              </a:solidFill>
                              <a:effectLst/>
                              <a:latin typeface="Cambria Math" panose="02040503050406030204" pitchFamily="18" charset="0"/>
                            </a:rPr>
                            <m:t>𝑞</m:t>
                          </m:r>
                        </m:e>
                      </m:d>
                      <m:r>
                        <a:rPr kumimoji="0" lang="en-US" altLang="en-US" sz="1600" b="0" i="1" u="none" strike="noStrike" cap="none" normalizeH="0" baseline="0" dirty="0" smtClean="0">
                          <a:ln>
                            <a:noFill/>
                          </a:ln>
                          <a:solidFill>
                            <a:schemeClr val="tx1"/>
                          </a:solidFill>
                          <a:effectLst/>
                          <a:latin typeface="Cambria Math" panose="02040503050406030204" pitchFamily="18" charset="0"/>
                          <a:ea typeface="Cambria Math" panose="02040503050406030204" pitchFamily="18" charset="0"/>
                        </a:rPr>
                        <m:t>𝜆</m:t>
                      </m:r>
                    </m:oMath>
                  </m:oMathPara>
                </a14:m>
                <a:endParaRPr kumimoji="0" lang="en-US" altLang="en-US" sz="1600" b="0" i="1"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1"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endParaRPr>
              </a:p>
            </p:txBody>
          </p:sp>
        </mc:Choice>
        <mc:Fallback xmlns="">
          <p:sp>
            <p:nvSpPr>
              <p:cNvPr id="10" name="Rectangle 2">
                <a:extLst>
                  <a:ext uri="{FF2B5EF4-FFF2-40B4-BE49-F238E27FC236}">
                    <a16:creationId xmlns:a16="http://schemas.microsoft.com/office/drawing/2014/main" id="{C856B23D-BF9F-04EB-2C63-888586D9E6B5}"/>
                  </a:ext>
                </a:extLst>
              </p:cNvPr>
              <p:cNvSpPr>
                <a:spLocks noRot="1" noChangeAspect="1" noMove="1" noResize="1" noEditPoints="1" noAdjustHandles="1" noChangeArrowheads="1" noChangeShapeType="1" noTextEdit="1"/>
              </p:cNvSpPr>
              <p:nvPr/>
            </p:nvSpPr>
            <p:spPr bwMode="auto">
              <a:xfrm>
                <a:off x="4889879" y="2516670"/>
                <a:ext cx="3792619" cy="577787"/>
              </a:xfrm>
              <a:prstGeom prst="rect">
                <a:avLst/>
              </a:prstGeom>
              <a:blipFill>
                <a:blip r:embed="rId4"/>
                <a:stretch>
                  <a:fillRect l="-1286" t="-6316" b="-1578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3">
                <a:extLst>
                  <a:ext uri="{FF2B5EF4-FFF2-40B4-BE49-F238E27FC236}">
                    <a16:creationId xmlns:a16="http://schemas.microsoft.com/office/drawing/2014/main" id="{8FADC03F-1205-4EE4-ECE6-303900FC42F2}"/>
                  </a:ext>
                </a:extLst>
              </p:cNvPr>
              <p:cNvSpPr>
                <a:spLocks noChangeArrowheads="1"/>
              </p:cNvSpPr>
              <p:nvPr/>
            </p:nvSpPr>
            <p:spPr bwMode="auto">
              <a:xfrm>
                <a:off x="5810569" y="2840429"/>
                <a:ext cx="1830582" cy="292388"/>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14:m>
                  <m:oMathPara xmlns:m="http://schemas.openxmlformats.org/officeDocument/2006/math">
                    <m:oMathParaPr>
                      <m:jc m:val="centerGroup"/>
                    </m:oMathParaPr>
                    <m:oMath xmlns:m="http://schemas.openxmlformats.org/officeDocument/2006/math">
                      <m:r>
                        <a:rPr kumimoji="0" lang="en-US" altLang="en-US" sz="1600" b="0" i="1" u="none" strike="noStrike" cap="none" normalizeH="0" baseline="0" dirty="0" smtClean="0">
                          <a:ln>
                            <a:noFill/>
                          </a:ln>
                          <a:solidFill>
                            <a:schemeClr val="tx1"/>
                          </a:solidFill>
                          <a:effectLst/>
                          <a:latin typeface="Cambria Math" panose="02040503050406030204" pitchFamily="18" charset="0"/>
                          <a:ea typeface="Cambria Math" panose="02040503050406030204" pitchFamily="18" charset="0"/>
                        </a:rPr>
                        <m:t>𝜙</m:t>
                      </m:r>
                      <m:r>
                        <a:rPr kumimoji="0" lang="en-US" altLang="en-US" sz="1600" b="0" i="1" u="none" strike="noStrike" cap="none" normalizeH="0" baseline="0" dirty="0" smtClean="0">
                          <a:ln>
                            <a:noFill/>
                          </a:ln>
                          <a:solidFill>
                            <a:schemeClr val="tx1"/>
                          </a:solidFill>
                          <a:effectLst/>
                          <a:latin typeface="Cambria Math" panose="02040503050406030204" pitchFamily="18" charset="0"/>
                        </a:rPr>
                        <m:t>(</m:t>
                      </m:r>
                      <m:r>
                        <a:rPr kumimoji="0" lang="en-US" altLang="en-US" sz="1600" b="0" i="1" u="none" strike="noStrike" cap="none" normalizeH="0" baseline="0" dirty="0" smtClean="0">
                          <a:ln>
                            <a:noFill/>
                          </a:ln>
                          <a:solidFill>
                            <a:schemeClr val="tx1"/>
                          </a:solidFill>
                          <a:effectLst/>
                          <a:latin typeface="Cambria Math" panose="02040503050406030204" pitchFamily="18" charset="0"/>
                        </a:rPr>
                        <m:t>𝑞</m:t>
                      </m:r>
                      <m:r>
                        <a:rPr kumimoji="0" lang="en-US" altLang="en-US" sz="1600" b="0" i="1" u="none" strike="noStrike" cap="none" normalizeH="0" baseline="0" dirty="0" smtClean="0">
                          <a:ln>
                            <a:noFill/>
                          </a:ln>
                          <a:solidFill>
                            <a:schemeClr val="tx1"/>
                          </a:solidFill>
                          <a:effectLst/>
                          <a:latin typeface="Cambria Math" panose="02040503050406030204" pitchFamily="18" charset="0"/>
                        </a:rPr>
                        <m:t>)</m:t>
                      </m:r>
                      <m:acc>
                        <m:accPr>
                          <m:chr m:val="̈"/>
                          <m:ctrlPr>
                            <a:rPr kumimoji="0" lang="en-US" altLang="en-US" sz="1600" b="0" i="1" u="none" strike="noStrike" cap="none" normalizeH="0" baseline="0" dirty="0" smtClean="0">
                              <a:ln>
                                <a:noFill/>
                              </a:ln>
                              <a:solidFill>
                                <a:schemeClr val="tx1"/>
                              </a:solidFill>
                              <a:effectLst/>
                              <a:latin typeface="Cambria Math" panose="02040503050406030204" pitchFamily="18" charset="0"/>
                              <a:ea typeface="Cambria Math" panose="02040503050406030204" pitchFamily="18" charset="0"/>
                            </a:rPr>
                          </m:ctrlPr>
                        </m:accPr>
                        <m:e>
                          <m:r>
                            <a:rPr kumimoji="0" lang="en-US" altLang="en-US" sz="1600" b="0" i="1" u="none" strike="noStrike" cap="none" normalizeH="0" baseline="0" dirty="0" smtClean="0">
                              <a:ln>
                                <a:noFill/>
                              </a:ln>
                              <a:solidFill>
                                <a:schemeClr val="tx1"/>
                              </a:solidFill>
                              <a:effectLst/>
                              <a:latin typeface="Cambria Math" panose="02040503050406030204" pitchFamily="18" charset="0"/>
                              <a:ea typeface="Cambria Math" panose="02040503050406030204" pitchFamily="18" charset="0"/>
                            </a:rPr>
                            <m:t>𝑞</m:t>
                          </m:r>
                        </m:e>
                      </m:acc>
                      <m:r>
                        <a:rPr kumimoji="0" lang="en-US" altLang="en-US" sz="1600" b="0" i="1" u="none" strike="noStrike" cap="none" normalizeH="0" baseline="0" dirty="0" smtClean="0">
                          <a:ln>
                            <a:noFill/>
                          </a:ln>
                          <a:solidFill>
                            <a:schemeClr val="tx1"/>
                          </a:solidFill>
                          <a:effectLst/>
                          <a:latin typeface="Cambria Math" panose="02040503050406030204" pitchFamily="18" charset="0"/>
                        </a:rPr>
                        <m:t> = 0</m:t>
                      </m:r>
                    </m:oMath>
                  </m:oMathPara>
                </a14:m>
                <a:endParaRPr/>
              </a:p>
            </p:txBody>
          </p:sp>
        </mc:Choice>
        <mc:Fallback xmlns="">
          <p:sp>
            <p:nvSpPr>
              <p:cNvPr id="11" name="Rectangle 3">
                <a:extLst>
                  <a:ext uri="{FF2B5EF4-FFF2-40B4-BE49-F238E27FC236}">
                    <a16:creationId xmlns:a16="http://schemas.microsoft.com/office/drawing/2014/main" id="{8FADC03F-1205-4EE4-ECE6-303900FC42F2}"/>
                  </a:ext>
                </a:extLst>
              </p:cNvPr>
              <p:cNvSpPr>
                <a:spLocks noRot="1" noChangeAspect="1" noMove="1" noResize="1" noEditPoints="1" noAdjustHandles="1" noChangeArrowheads="1" noChangeShapeType="1" noTextEdit="1"/>
              </p:cNvSpPr>
              <p:nvPr/>
            </p:nvSpPr>
            <p:spPr bwMode="auto">
              <a:xfrm>
                <a:off x="5810569" y="2840429"/>
                <a:ext cx="1830582" cy="292388"/>
              </a:xfrm>
              <a:prstGeom prst="rect">
                <a:avLst/>
              </a:prstGeom>
              <a:blipFill>
                <a:blip r:embed="rId5"/>
                <a:stretch>
                  <a:fillRect t="-22917" b="-2500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E86DF70-5450-5DD5-57A3-5E796C402BE5}"/>
                  </a:ext>
                </a:extLst>
              </p:cNvPr>
              <p:cNvSpPr txBox="1"/>
              <p:nvPr/>
            </p:nvSpPr>
            <p:spPr>
              <a:xfrm>
                <a:off x="5048324" y="3302324"/>
                <a:ext cx="3475728" cy="1396151"/>
              </a:xfrm>
              <a:prstGeom prst="rect">
                <a:avLst/>
              </a:prstGeom>
              <a:noFill/>
            </p:spPr>
            <p:txBody>
              <a:bodyPr wrap="square" rtlCol="0">
                <a:spAutoFit/>
              </a:bodyPr>
              <a:lstStyle/>
              <a:p>
                <a14:m>
                  <m:oMath xmlns:m="http://schemas.openxmlformats.org/officeDocument/2006/math">
                    <m:acc>
                      <m:accPr>
                        <m:chr m:val="̂"/>
                        <m:ctrlPr>
                          <a:rPr lang="en-US" altLang="en-US" sz="1200" b="1" i="1" dirty="0" smtClean="0">
                            <a:solidFill>
                              <a:schemeClr val="tx1"/>
                            </a:solidFill>
                            <a:latin typeface="Cambria Math" panose="02040503050406030204" pitchFamily="18" charset="0"/>
                          </a:rPr>
                        </m:ctrlPr>
                      </m:accPr>
                      <m:e>
                        <m:r>
                          <a:rPr lang="en-US" altLang="en-US" sz="1200" b="1" i="1" dirty="0">
                            <a:solidFill>
                              <a:schemeClr val="tx1"/>
                            </a:solidFill>
                            <a:latin typeface="Cambria Math" panose="02040503050406030204" pitchFamily="18" charset="0"/>
                          </a:rPr>
                          <m:t>𝑯</m:t>
                        </m:r>
                      </m:e>
                    </m:acc>
                    <m:r>
                      <a:rPr lang="en-US" altLang="en-US" sz="1200" b="1" i="1" dirty="0">
                        <a:solidFill>
                          <a:schemeClr val="tx1"/>
                        </a:solidFill>
                        <a:latin typeface="Cambria Math" panose="02040503050406030204" pitchFamily="18" charset="0"/>
                      </a:rPr>
                      <m:t> </m:t>
                    </m:r>
                  </m:oMath>
                </a14:m>
                <a:r>
                  <a:rPr lang="en-US" sz="1200" b="1" dirty="0"/>
                  <a:t>: </a:t>
                </a:r>
                <a:r>
                  <a:rPr lang="en-US" sz="1200" dirty="0"/>
                  <a:t>Generalized inertia matrix</a:t>
                </a:r>
              </a:p>
              <a:p>
                <a14:m>
                  <m:oMath xmlns:m="http://schemas.openxmlformats.org/officeDocument/2006/math">
                    <m:acc>
                      <m:accPr>
                        <m:chr m:val="̂"/>
                        <m:ctrlPr>
                          <a:rPr lang="en-US" altLang="en-US" sz="1200" b="1" i="1" dirty="0">
                            <a:solidFill>
                              <a:schemeClr val="tx1"/>
                            </a:solidFill>
                            <a:latin typeface="Cambria Math" panose="02040503050406030204" pitchFamily="18" charset="0"/>
                          </a:rPr>
                        </m:ctrlPr>
                      </m:accPr>
                      <m:e>
                        <m:r>
                          <a:rPr lang="en-US" altLang="en-US" sz="1200" b="1" i="1" dirty="0">
                            <a:solidFill>
                              <a:schemeClr val="tx1"/>
                            </a:solidFill>
                            <a:latin typeface="Cambria Math" panose="02040503050406030204" pitchFamily="18" charset="0"/>
                          </a:rPr>
                          <m:t>𝑪</m:t>
                        </m:r>
                      </m:e>
                    </m:acc>
                    <m:d>
                      <m:dPr>
                        <m:ctrlPr>
                          <a:rPr lang="en-US" altLang="en-US" sz="1200" b="1" i="1" dirty="0">
                            <a:solidFill>
                              <a:schemeClr val="tx1"/>
                            </a:solidFill>
                            <a:latin typeface="Cambria Math" panose="02040503050406030204" pitchFamily="18" charset="0"/>
                          </a:rPr>
                        </m:ctrlPr>
                      </m:dPr>
                      <m:e>
                        <m:r>
                          <a:rPr lang="en-US" altLang="en-US" sz="1200" b="1" i="1" dirty="0">
                            <a:solidFill>
                              <a:schemeClr val="tx1"/>
                            </a:solidFill>
                            <a:latin typeface="Cambria Math" panose="02040503050406030204" pitchFamily="18" charset="0"/>
                          </a:rPr>
                          <m:t>𝒒</m:t>
                        </m:r>
                        <m:r>
                          <a:rPr lang="en-US" altLang="en-US" sz="1200" b="1" i="1" dirty="0">
                            <a:solidFill>
                              <a:schemeClr val="tx1"/>
                            </a:solidFill>
                            <a:latin typeface="Cambria Math" panose="02040503050406030204" pitchFamily="18" charset="0"/>
                          </a:rPr>
                          <m:t>, </m:t>
                        </m:r>
                        <m:acc>
                          <m:accPr>
                            <m:chr m:val="̇"/>
                            <m:ctrlPr>
                              <a:rPr lang="en-US" altLang="en-US" sz="1200" b="1" i="1" dirty="0">
                                <a:solidFill>
                                  <a:schemeClr val="tx1"/>
                                </a:solidFill>
                                <a:latin typeface="Cambria Math" panose="02040503050406030204" pitchFamily="18" charset="0"/>
                              </a:rPr>
                            </m:ctrlPr>
                          </m:accPr>
                          <m:e>
                            <m:r>
                              <a:rPr lang="en-US" altLang="en-US" sz="1200" b="1" i="1" dirty="0">
                                <a:solidFill>
                                  <a:schemeClr val="tx1"/>
                                </a:solidFill>
                                <a:latin typeface="Cambria Math" panose="02040503050406030204" pitchFamily="18" charset="0"/>
                              </a:rPr>
                              <m:t>𝒒</m:t>
                            </m:r>
                          </m:e>
                        </m:acc>
                      </m:e>
                    </m:d>
                    <m:r>
                      <a:rPr lang="en-US" altLang="en-US" sz="1200" b="1" i="1" dirty="0">
                        <a:solidFill>
                          <a:schemeClr val="tx1"/>
                        </a:solidFill>
                        <a:latin typeface="Cambria Math" panose="02040503050406030204" pitchFamily="18" charset="0"/>
                      </a:rPr>
                      <m:t> </m:t>
                    </m:r>
                    <m:r>
                      <a:rPr lang="en-US" altLang="en-US" sz="1200" b="1" i="1" dirty="0" smtClean="0">
                        <a:solidFill>
                          <a:schemeClr val="tx1"/>
                        </a:solidFill>
                        <a:latin typeface="Cambria Math" panose="02040503050406030204" pitchFamily="18" charset="0"/>
                      </a:rPr>
                      <m:t> </m:t>
                    </m:r>
                  </m:oMath>
                </a14:m>
                <a:r>
                  <a:rPr lang="en-US" sz="1200" b="1" dirty="0"/>
                  <a:t>:</a:t>
                </a:r>
                <a:r>
                  <a:rPr lang="en-US" sz="1200" dirty="0"/>
                  <a:t>Effects of Coriolis, centrifugal, and gravitational forces</a:t>
                </a:r>
              </a:p>
              <a:p>
                <a14:m>
                  <m:oMath xmlns:m="http://schemas.openxmlformats.org/officeDocument/2006/math">
                    <m:r>
                      <a:rPr lang="en-US" altLang="en-US" sz="1200" b="1" i="1" dirty="0">
                        <a:solidFill>
                          <a:schemeClr val="tx1"/>
                        </a:solidFill>
                        <a:latin typeface="Cambria Math" panose="02040503050406030204" pitchFamily="18" charset="0"/>
                      </a:rPr>
                      <m:t>𝑺</m:t>
                    </m:r>
                    <m:r>
                      <a:rPr lang="en-US" altLang="en-US" sz="1200" b="1" i="1" dirty="0">
                        <a:solidFill>
                          <a:schemeClr val="tx1"/>
                        </a:solidFill>
                        <a:latin typeface="Cambria Math" panose="02040503050406030204" pitchFamily="18" charset="0"/>
                      </a:rPr>
                      <m:t> </m:t>
                    </m:r>
                  </m:oMath>
                </a14:m>
                <a:r>
                  <a:rPr lang="en-US" sz="1200" b="1" dirty="0"/>
                  <a:t>: </a:t>
                </a:r>
                <a:r>
                  <a:rPr lang="en-US" sz="1200" dirty="0"/>
                  <a:t>Control selection matrix</a:t>
                </a:r>
              </a:p>
              <a:p>
                <a14:m>
                  <m:oMath xmlns:m="http://schemas.openxmlformats.org/officeDocument/2006/math">
                    <m:r>
                      <a:rPr lang="en-US" altLang="en-US" sz="1200" b="1" i="1" dirty="0">
                        <a:solidFill>
                          <a:schemeClr val="tx1"/>
                        </a:solidFill>
                        <a:latin typeface="Cambria Math" panose="02040503050406030204" pitchFamily="18" charset="0"/>
                        <a:ea typeface="Cambria Math" panose="02040503050406030204" pitchFamily="18" charset="0"/>
                      </a:rPr>
                      <m:t>𝝀</m:t>
                    </m:r>
                  </m:oMath>
                </a14:m>
                <a:r>
                  <a:rPr lang="en-US" sz="1200" b="1" dirty="0"/>
                  <a:t>: </a:t>
                </a:r>
                <a:r>
                  <a:rPr lang="en-US" sz="1200" dirty="0"/>
                  <a:t>Lagrange multiplier of constraint forces</a:t>
                </a:r>
              </a:p>
              <a:p>
                <a14:m>
                  <m:oMath xmlns:m="http://schemas.openxmlformats.org/officeDocument/2006/math">
                    <m:r>
                      <a:rPr lang="en-US" altLang="en-US" sz="1200" b="1" i="1" dirty="0">
                        <a:solidFill>
                          <a:schemeClr val="tx1"/>
                        </a:solidFill>
                        <a:latin typeface="Cambria Math" panose="02040503050406030204" pitchFamily="18" charset="0"/>
                        <a:ea typeface="Cambria Math" panose="02040503050406030204" pitchFamily="18" charset="0"/>
                      </a:rPr>
                      <m:t>𝝓</m:t>
                    </m:r>
                    <m:r>
                      <a:rPr lang="en-US" altLang="en-US" sz="1200" b="1" i="1" dirty="0">
                        <a:solidFill>
                          <a:schemeClr val="tx1"/>
                        </a:solidFill>
                        <a:latin typeface="Cambria Math" panose="02040503050406030204" pitchFamily="18" charset="0"/>
                        <a:ea typeface="Cambria Math" panose="02040503050406030204" pitchFamily="18" charset="0"/>
                      </a:rPr>
                      <m:t> </m:t>
                    </m:r>
                  </m:oMath>
                </a14:m>
                <a:r>
                  <a:rPr lang="en-US" sz="1200" b="1" dirty="0"/>
                  <a:t>: </a:t>
                </a:r>
                <a:r>
                  <a:rPr lang="en-US" sz="1200" dirty="0"/>
                  <a:t>Used to enforce constraints due to wheel contact</a:t>
                </a:r>
              </a:p>
            </p:txBody>
          </p:sp>
        </mc:Choice>
        <mc:Fallback xmlns="">
          <p:sp>
            <p:nvSpPr>
              <p:cNvPr id="12" name="TextBox 11">
                <a:extLst>
                  <a:ext uri="{FF2B5EF4-FFF2-40B4-BE49-F238E27FC236}">
                    <a16:creationId xmlns:a16="http://schemas.microsoft.com/office/drawing/2014/main" id="{4E86DF70-5450-5DD5-57A3-5E796C402BE5}"/>
                  </a:ext>
                </a:extLst>
              </p:cNvPr>
              <p:cNvSpPr txBox="1">
                <a:spLocks noRot="1" noChangeAspect="1" noMove="1" noResize="1" noEditPoints="1" noAdjustHandles="1" noChangeArrowheads="1" noChangeShapeType="1" noTextEdit="1"/>
              </p:cNvSpPr>
              <p:nvPr/>
            </p:nvSpPr>
            <p:spPr>
              <a:xfrm>
                <a:off x="5048324" y="3302324"/>
                <a:ext cx="3475728" cy="1396151"/>
              </a:xfrm>
              <a:prstGeom prst="rect">
                <a:avLst/>
              </a:prstGeom>
              <a:blipFill>
                <a:blip r:embed="rId6"/>
                <a:stretch>
                  <a:fillRect t="-437" b="-2183"/>
                </a:stretch>
              </a:blipFill>
            </p:spPr>
            <p:txBody>
              <a:bodyPr/>
              <a:lstStyle/>
              <a:p>
                <a:r>
                  <a:rPr lang="en-US">
                    <a:noFill/>
                  </a:rPr>
                  <a:t> </a:t>
                </a:r>
              </a:p>
            </p:txBody>
          </p:sp>
        </mc:Fallback>
      </mc:AlternateContent>
    </p:spTree>
    <p:extLst>
      <p:ext uri="{BB962C8B-B14F-4D97-AF65-F5344CB8AC3E}">
        <p14:creationId xmlns:p14="http://schemas.microsoft.com/office/powerpoint/2010/main" val="132773093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7" grpId="0"/>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56">
          <a:extLst>
            <a:ext uri="{FF2B5EF4-FFF2-40B4-BE49-F238E27FC236}">
              <a16:creationId xmlns:a16="http://schemas.microsoft.com/office/drawing/2014/main" id="{667D066C-D930-7FB8-4A81-6FAE973AF298}"/>
            </a:ext>
          </a:extLst>
        </p:cNvPr>
        <p:cNvGrpSpPr/>
        <p:nvPr/>
      </p:nvGrpSpPr>
      <p:grpSpPr>
        <a:xfrm>
          <a:off x="0" y="0"/>
          <a:ext cx="0" cy="0"/>
          <a:chOff x="0" y="0"/>
          <a:chExt cx="0" cy="0"/>
        </a:xfrm>
      </p:grpSpPr>
      <p:sp>
        <p:nvSpPr>
          <p:cNvPr id="457" name="Google Shape;457;p46">
            <a:extLst>
              <a:ext uri="{FF2B5EF4-FFF2-40B4-BE49-F238E27FC236}">
                <a16:creationId xmlns:a16="http://schemas.microsoft.com/office/drawing/2014/main" id="{E89D5090-3331-DD58-1A32-8893EE539875}"/>
              </a:ext>
            </a:extLst>
          </p:cNvPr>
          <p:cNvSpPr txBox="1">
            <a:spLocks noGrp="1"/>
          </p:cNvSpPr>
          <p:nvPr>
            <p:ph type="title"/>
          </p:nvPr>
        </p:nvSpPr>
        <p:spPr>
          <a:xfrm>
            <a:off x="713225" y="445025"/>
            <a:ext cx="7717500" cy="572700"/>
          </a:xfrm>
        </p:spPr>
        <p:txBody>
          <a:bodyPr spcFirstLastPara="1" wrap="square" lIns="91425" tIns="91425" rIns="91425" bIns="91425" anchor="ctr" anchorCtr="0">
            <a:normAutofit/>
          </a:bodyPr>
          <a:lstStyle/>
          <a:p>
            <a:pPr>
              <a:lnSpc>
                <a:spcPct val="105000"/>
              </a:lnSpc>
            </a:pPr>
            <a:r>
              <a:rPr lang="de" sz="2400" dirty="0"/>
              <a:t>The Challenge of Jumping</a:t>
            </a:r>
          </a:p>
        </p:txBody>
      </p:sp>
      <p:sp>
        <p:nvSpPr>
          <p:cNvPr id="4" name="TextBox 3">
            <a:extLst>
              <a:ext uri="{FF2B5EF4-FFF2-40B4-BE49-F238E27FC236}">
                <a16:creationId xmlns:a16="http://schemas.microsoft.com/office/drawing/2014/main" id="{23BAC9CF-94B5-00C5-8C6E-BEBBE99CCC88}"/>
              </a:ext>
            </a:extLst>
          </p:cNvPr>
          <p:cNvSpPr txBox="1"/>
          <p:nvPr/>
        </p:nvSpPr>
        <p:spPr>
          <a:xfrm>
            <a:off x="713225" y="1208225"/>
            <a:ext cx="3668250" cy="3264408"/>
          </a:xfrm>
          <a:prstGeom prst="rect">
            <a:avLst/>
          </a:prstGeom>
          <a:noFill/>
          <a:ln>
            <a:noFill/>
          </a:ln>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spcAft>
                <a:spcPts val="600"/>
              </a:spcAft>
            </a:pPr>
            <a:r>
              <a:rPr lang="en-US" sz="1200" b="0" i="0" u="none" strike="noStrike" cap="none" dirty="0">
                <a:solidFill>
                  <a:schemeClr val="dk1"/>
                </a:solidFill>
              </a:rPr>
              <a:t>To solve this challenge, hierarchical planning and control framework is proposed </a:t>
            </a:r>
          </a:p>
          <a:p>
            <a:pPr>
              <a:spcAft>
                <a:spcPts val="600"/>
              </a:spcAft>
            </a:pPr>
            <a:r>
              <a:rPr lang="en-US" sz="1200" b="0" i="0" u="none" strike="noStrike" cap="none" dirty="0">
                <a:solidFill>
                  <a:schemeClr val="dk1"/>
                </a:solidFill>
              </a:rPr>
              <a:t>Consisting of four main parts:</a:t>
            </a:r>
          </a:p>
          <a:p>
            <a:pPr marL="285750" indent="-285750">
              <a:spcAft>
                <a:spcPts val="600"/>
              </a:spcAft>
              <a:buFont typeface="Arial"/>
              <a:buChar char="•"/>
            </a:pPr>
            <a:r>
              <a:rPr lang="en-US" sz="1200" dirty="0">
                <a:solidFill>
                  <a:schemeClr val="dk1"/>
                </a:solidFill>
              </a:rPr>
              <a:t>Stance phase planning</a:t>
            </a:r>
          </a:p>
          <a:p>
            <a:pPr marL="285750" indent="-285750">
              <a:spcAft>
                <a:spcPts val="600"/>
              </a:spcAft>
              <a:buFont typeface="Arial"/>
              <a:buChar char="•"/>
            </a:pPr>
            <a:r>
              <a:rPr lang="en-US" sz="1200" b="0" i="0" u="none" strike="noStrike" cap="none" dirty="0">
                <a:solidFill>
                  <a:schemeClr val="dk1"/>
                </a:solidFill>
              </a:rPr>
              <a:t>Flight phase planning</a:t>
            </a:r>
          </a:p>
          <a:p>
            <a:pPr marL="285750" indent="-285750">
              <a:spcAft>
                <a:spcPts val="600"/>
              </a:spcAft>
              <a:buFont typeface="Arial"/>
              <a:buChar char="•"/>
            </a:pPr>
            <a:r>
              <a:rPr lang="en-US" sz="1200" dirty="0">
                <a:solidFill>
                  <a:schemeClr val="dk1"/>
                </a:solidFill>
              </a:rPr>
              <a:t>Stance phase control</a:t>
            </a:r>
          </a:p>
          <a:p>
            <a:pPr marL="285750" indent="-285750">
              <a:spcAft>
                <a:spcPts val="600"/>
              </a:spcAft>
              <a:buFont typeface="Arial"/>
              <a:buChar char="•"/>
            </a:pPr>
            <a:r>
              <a:rPr lang="en-US" sz="1200" b="0" i="0" u="none" strike="noStrike" cap="none" dirty="0">
                <a:solidFill>
                  <a:schemeClr val="dk1"/>
                </a:solidFill>
              </a:rPr>
              <a:t>Flight phase control</a:t>
            </a:r>
          </a:p>
          <a:p>
            <a:pPr>
              <a:spcAft>
                <a:spcPts val="600"/>
              </a:spcAft>
            </a:pPr>
            <a:endParaRPr lang="en-US" sz="1200" dirty="0">
              <a:solidFill>
                <a:schemeClr val="dk1"/>
              </a:solidFill>
            </a:endParaRPr>
          </a:p>
          <a:p>
            <a:pPr>
              <a:spcAft>
                <a:spcPts val="600"/>
              </a:spcAft>
            </a:pPr>
            <a:r>
              <a:rPr lang="en-US" sz="1200" b="0" i="0" u="none" strike="noStrike" cap="none" dirty="0">
                <a:solidFill>
                  <a:schemeClr val="dk1"/>
                </a:solidFill>
              </a:rPr>
              <a:t>For both planning phases, a Wheeled-Spring-Loaded-Inverted-Pendulum (WSLIP) model is adopted. It </a:t>
            </a:r>
            <a:r>
              <a:rPr lang="en-US" sz="1200" dirty="0">
                <a:solidFill>
                  <a:schemeClr val="dk1"/>
                </a:solidFill>
              </a:rPr>
              <a:t>adds a wheel with mass to the standard SLIP template, allowing the math to account for the unique way wheels affect balance during a jump</a:t>
            </a:r>
            <a:r>
              <a:rPr lang="en-US" sz="1200" dirty="0"/>
              <a:t>.</a:t>
            </a:r>
            <a:endParaRPr lang="en-US" sz="1200" b="0" i="0" u="none" strike="noStrike" cap="none" dirty="0">
              <a:solidFill>
                <a:schemeClr val="dk1"/>
              </a:solidFill>
            </a:endParaRPr>
          </a:p>
          <a:p>
            <a:pPr>
              <a:spcAft>
                <a:spcPts val="600"/>
              </a:spcAft>
            </a:pPr>
            <a:endParaRPr lang="en-US" sz="1200" dirty="0">
              <a:solidFill>
                <a:schemeClr val="dk1"/>
              </a:solidFill>
            </a:endParaRPr>
          </a:p>
          <a:p>
            <a:pPr>
              <a:spcAft>
                <a:spcPts val="600"/>
              </a:spcAft>
            </a:pPr>
            <a:endParaRPr lang="en-US" sz="1200" b="0" i="0" u="none" strike="noStrike" cap="none" dirty="0">
              <a:solidFill>
                <a:schemeClr val="dk1"/>
              </a:solidFill>
            </a:endParaRPr>
          </a:p>
        </p:txBody>
      </p:sp>
      <p:pic>
        <p:nvPicPr>
          <p:cNvPr id="5" name="Picture 4">
            <a:extLst>
              <a:ext uri="{FF2B5EF4-FFF2-40B4-BE49-F238E27FC236}">
                <a16:creationId xmlns:a16="http://schemas.microsoft.com/office/drawing/2014/main" id="{1C5D9174-21E9-DACA-6C5F-9517D33D543B}"/>
              </a:ext>
            </a:extLst>
          </p:cNvPr>
          <p:cNvPicPr>
            <a:picLocks noChangeAspect="1"/>
          </p:cNvPicPr>
          <p:nvPr/>
        </p:nvPicPr>
        <p:blipFill>
          <a:blip r:embed="rId3"/>
          <a:stretch>
            <a:fillRect/>
          </a:stretch>
        </p:blipFill>
        <p:spPr>
          <a:xfrm>
            <a:off x="4682086" y="1509687"/>
            <a:ext cx="3997508" cy="2248598"/>
          </a:xfrm>
          <a:prstGeom prst="rect">
            <a:avLst/>
          </a:prstGeom>
        </p:spPr>
      </p:pic>
    </p:spTree>
    <p:extLst>
      <p:ext uri="{BB962C8B-B14F-4D97-AF65-F5344CB8AC3E}">
        <p14:creationId xmlns:p14="http://schemas.microsoft.com/office/powerpoint/2010/main" val="187799949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7" grpId="0"/>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88">
          <a:extLst>
            <a:ext uri="{FF2B5EF4-FFF2-40B4-BE49-F238E27FC236}">
              <a16:creationId xmlns:a16="http://schemas.microsoft.com/office/drawing/2014/main" id="{437EC058-957D-341B-C002-CC98D85AB606}"/>
            </a:ext>
          </a:extLst>
        </p:cNvPr>
        <p:cNvGrpSpPr/>
        <p:nvPr/>
      </p:nvGrpSpPr>
      <p:grpSpPr>
        <a:xfrm>
          <a:off x="0" y="0"/>
          <a:ext cx="0" cy="0"/>
          <a:chOff x="0" y="0"/>
          <a:chExt cx="0" cy="0"/>
        </a:xfrm>
      </p:grpSpPr>
      <p:sp>
        <p:nvSpPr>
          <p:cNvPr id="489" name="Google Shape;489;p49">
            <a:extLst>
              <a:ext uri="{FF2B5EF4-FFF2-40B4-BE49-F238E27FC236}">
                <a16:creationId xmlns:a16="http://schemas.microsoft.com/office/drawing/2014/main" id="{5E6759C9-FC4D-2C4D-F84B-8D1104989E29}"/>
              </a:ext>
            </a:extLst>
          </p:cNvPr>
          <p:cNvSpPr txBox="1">
            <a:spLocks noGrp="1"/>
          </p:cNvSpPr>
          <p:nvPr>
            <p:ph type="title"/>
          </p:nvPr>
        </p:nvSpPr>
        <p:spPr>
          <a:xfrm>
            <a:off x="283582" y="208859"/>
            <a:ext cx="7704000" cy="572700"/>
          </a:xfrm>
          <a:prstGeom prst="rect">
            <a:avLst/>
          </a:prstGeom>
        </p:spPr>
        <p:txBody>
          <a:bodyPr spcFirstLastPara="1" wrap="square" lIns="91425" tIns="91425" rIns="91425" bIns="91425" anchor="t" anchorCtr="0">
            <a:noAutofit/>
          </a:bodyPr>
          <a:lstStyle/>
          <a:p>
            <a:pPr lvl="0"/>
            <a:r>
              <a:rPr lang="en-US" sz="2000" dirty="0"/>
              <a:t>Terminology used</a:t>
            </a:r>
            <a:endParaRPr sz="2000" dirty="0"/>
          </a:p>
        </p:txBody>
      </p:sp>
      <p:sp>
        <p:nvSpPr>
          <p:cNvPr id="490" name="Google Shape;490;p49">
            <a:extLst>
              <a:ext uri="{FF2B5EF4-FFF2-40B4-BE49-F238E27FC236}">
                <a16:creationId xmlns:a16="http://schemas.microsoft.com/office/drawing/2014/main" id="{7F1A46CC-2D3F-6620-8664-E2FB59CE0822}"/>
              </a:ext>
            </a:extLst>
          </p:cNvPr>
          <p:cNvSpPr txBox="1">
            <a:spLocks noGrp="1"/>
          </p:cNvSpPr>
          <p:nvPr>
            <p:ph type="subTitle" idx="1"/>
          </p:nvPr>
        </p:nvSpPr>
        <p:spPr>
          <a:xfrm>
            <a:off x="720000" y="1419809"/>
            <a:ext cx="1978200" cy="665400"/>
          </a:xfrm>
          <a:prstGeom prst="rect">
            <a:avLst/>
          </a:prstGeom>
        </p:spPr>
        <p:txBody>
          <a:bodyPr spcFirstLastPara="1" wrap="square" lIns="91425" tIns="91425" rIns="91425" bIns="91425" anchor="t" anchorCtr="0">
            <a:noAutofit/>
          </a:bodyPr>
          <a:lstStyle/>
          <a:p>
            <a:pPr marL="0" lvl="0" indent="0"/>
            <a:r>
              <a:rPr lang="en-US" sz="1100" dirty="0"/>
              <a:t>It describes a robot with a central body balanced atop two wheels on a single axis. It is an underactuated system: the robot must constantly roll its wheels forward or backward just to stay upright, essentially using movement to fight gravity.</a:t>
            </a:r>
            <a:endParaRPr sz="1100" dirty="0"/>
          </a:p>
        </p:txBody>
      </p:sp>
      <p:sp>
        <p:nvSpPr>
          <p:cNvPr id="491" name="Google Shape;491;p49">
            <a:extLst>
              <a:ext uri="{FF2B5EF4-FFF2-40B4-BE49-F238E27FC236}">
                <a16:creationId xmlns:a16="http://schemas.microsoft.com/office/drawing/2014/main" id="{0D1A5B75-F449-52A4-CE0F-FF67299B0639}"/>
              </a:ext>
            </a:extLst>
          </p:cNvPr>
          <p:cNvSpPr txBox="1">
            <a:spLocks noGrp="1"/>
          </p:cNvSpPr>
          <p:nvPr>
            <p:ph type="subTitle" idx="2"/>
          </p:nvPr>
        </p:nvSpPr>
        <p:spPr>
          <a:xfrm>
            <a:off x="5456702" y="1419809"/>
            <a:ext cx="1978200" cy="665400"/>
          </a:xfrm>
          <a:prstGeom prst="rect">
            <a:avLst/>
          </a:prstGeom>
        </p:spPr>
        <p:txBody>
          <a:bodyPr spcFirstLastPara="1" wrap="square" lIns="91425" tIns="91425" rIns="91425" bIns="91425" anchor="t" anchorCtr="0">
            <a:noAutofit/>
          </a:bodyPr>
          <a:lstStyle/>
          <a:p>
            <a:pPr marL="0" lvl="0" indent="0"/>
            <a:r>
              <a:rPr lang="en-US" sz="1100" dirty="0"/>
              <a:t>A classic mathematical template that represents a legged robot as a single point of mass sitting on top of a spring. It is the foundation for almost all legged jumping research.</a:t>
            </a:r>
            <a:endParaRPr sz="1100" dirty="0"/>
          </a:p>
        </p:txBody>
      </p:sp>
      <p:sp>
        <p:nvSpPr>
          <p:cNvPr id="493" name="Google Shape;493;p49">
            <a:extLst>
              <a:ext uri="{FF2B5EF4-FFF2-40B4-BE49-F238E27FC236}">
                <a16:creationId xmlns:a16="http://schemas.microsoft.com/office/drawing/2014/main" id="{1C9BB353-ACAF-1FCA-F7C9-57979F6CAD92}"/>
              </a:ext>
            </a:extLst>
          </p:cNvPr>
          <p:cNvSpPr txBox="1">
            <a:spLocks noGrp="1"/>
          </p:cNvSpPr>
          <p:nvPr>
            <p:ph type="subTitle" idx="5"/>
          </p:nvPr>
        </p:nvSpPr>
        <p:spPr>
          <a:xfrm>
            <a:off x="719999" y="1084409"/>
            <a:ext cx="2799056" cy="411600"/>
          </a:xfrm>
          <a:prstGeom prst="rect">
            <a:avLst/>
          </a:prstGeom>
        </p:spPr>
        <p:txBody>
          <a:bodyPr spcFirstLastPara="1" wrap="square" lIns="91425" tIns="91425" rIns="91425" bIns="91425" anchor="b" anchorCtr="0">
            <a:noAutofit/>
          </a:bodyPr>
          <a:lstStyle/>
          <a:p>
            <a:pPr marL="0" lvl="0" indent="0"/>
            <a:r>
              <a:rPr lang="en-US" sz="1400" dirty="0"/>
              <a:t>T-WIP Model (two-wheeled inverted pendulum)</a:t>
            </a:r>
            <a:endParaRPr sz="1400" dirty="0"/>
          </a:p>
        </p:txBody>
      </p:sp>
      <p:sp>
        <p:nvSpPr>
          <p:cNvPr id="494" name="Google Shape;494;p49">
            <a:extLst>
              <a:ext uri="{FF2B5EF4-FFF2-40B4-BE49-F238E27FC236}">
                <a16:creationId xmlns:a16="http://schemas.microsoft.com/office/drawing/2014/main" id="{AE211EFB-6564-4018-30B5-9E77CEAE6754}"/>
              </a:ext>
            </a:extLst>
          </p:cNvPr>
          <p:cNvSpPr txBox="1">
            <a:spLocks noGrp="1"/>
          </p:cNvSpPr>
          <p:nvPr>
            <p:ph type="subTitle" idx="6"/>
          </p:nvPr>
        </p:nvSpPr>
        <p:spPr>
          <a:xfrm>
            <a:off x="3218022" y="2571750"/>
            <a:ext cx="1978200" cy="411600"/>
          </a:xfrm>
          <a:prstGeom prst="rect">
            <a:avLst/>
          </a:prstGeom>
        </p:spPr>
        <p:txBody>
          <a:bodyPr spcFirstLastPara="1" wrap="square" lIns="91425" tIns="91425" rIns="91425" bIns="91425" anchor="b" anchorCtr="0">
            <a:noAutofit/>
          </a:bodyPr>
          <a:lstStyle/>
          <a:p>
            <a:pPr marL="0" lvl="0" indent="0"/>
            <a:r>
              <a:rPr lang="en-US" sz="1400" dirty="0"/>
              <a:t>W-SLIP Model (Wheeled-SLIP)</a:t>
            </a:r>
            <a:endParaRPr sz="1400" dirty="0"/>
          </a:p>
        </p:txBody>
      </p:sp>
      <p:sp>
        <p:nvSpPr>
          <p:cNvPr id="495" name="Google Shape;495;p49">
            <a:extLst>
              <a:ext uri="{FF2B5EF4-FFF2-40B4-BE49-F238E27FC236}">
                <a16:creationId xmlns:a16="http://schemas.microsoft.com/office/drawing/2014/main" id="{ACA8EF9C-9764-9C7C-4D71-40A8EA5B29B2}"/>
              </a:ext>
            </a:extLst>
          </p:cNvPr>
          <p:cNvSpPr txBox="1">
            <a:spLocks noGrp="1"/>
          </p:cNvSpPr>
          <p:nvPr>
            <p:ph type="subTitle" idx="3"/>
          </p:nvPr>
        </p:nvSpPr>
        <p:spPr>
          <a:xfrm>
            <a:off x="3218022" y="2983350"/>
            <a:ext cx="1978200" cy="665400"/>
          </a:xfrm>
          <a:prstGeom prst="rect">
            <a:avLst/>
          </a:prstGeom>
        </p:spPr>
        <p:txBody>
          <a:bodyPr spcFirstLastPara="1" wrap="square" lIns="91425" tIns="91425" rIns="91425" bIns="91425" anchor="t" anchorCtr="0">
            <a:noAutofit/>
          </a:bodyPr>
          <a:lstStyle/>
          <a:p>
            <a:pPr marL="0" lvl="0" indent="0"/>
            <a:r>
              <a:rPr lang="en-US" sz="1100" dirty="0"/>
              <a:t>A "novel" model created for this research. It adds a wheel with mass to the standard SLIP template, allowing the math to account for the unique way wheels affect balance during a jump.</a:t>
            </a:r>
            <a:endParaRPr sz="1100" b="1" dirty="0"/>
          </a:p>
        </p:txBody>
      </p:sp>
      <p:sp>
        <p:nvSpPr>
          <p:cNvPr id="497" name="Google Shape;497;p49">
            <a:extLst>
              <a:ext uri="{FF2B5EF4-FFF2-40B4-BE49-F238E27FC236}">
                <a16:creationId xmlns:a16="http://schemas.microsoft.com/office/drawing/2014/main" id="{9E6764DA-1E07-5DC2-55A2-53DD02AF0716}"/>
              </a:ext>
            </a:extLst>
          </p:cNvPr>
          <p:cNvSpPr txBox="1">
            <a:spLocks noGrp="1"/>
          </p:cNvSpPr>
          <p:nvPr>
            <p:ph type="subTitle" idx="7"/>
          </p:nvPr>
        </p:nvSpPr>
        <p:spPr>
          <a:xfrm>
            <a:off x="5431754" y="1115125"/>
            <a:ext cx="3193597" cy="411600"/>
          </a:xfrm>
          <a:prstGeom prst="rect">
            <a:avLst/>
          </a:prstGeom>
        </p:spPr>
        <p:txBody>
          <a:bodyPr spcFirstLastPara="1" wrap="square" lIns="91425" tIns="91425" rIns="91425" bIns="91425" anchor="b" anchorCtr="0">
            <a:noAutofit/>
          </a:bodyPr>
          <a:lstStyle/>
          <a:p>
            <a:pPr marL="0" lvl="0" indent="0"/>
            <a:r>
              <a:rPr lang="en-US" sz="1400" dirty="0"/>
              <a:t>SLIP Model (Spring-Loaded Inverted Pendulum)</a:t>
            </a:r>
            <a:endParaRPr sz="1400" dirty="0"/>
          </a:p>
        </p:txBody>
      </p:sp>
    </p:spTree>
    <p:extLst>
      <p:ext uri="{BB962C8B-B14F-4D97-AF65-F5344CB8AC3E}">
        <p14:creationId xmlns:p14="http://schemas.microsoft.com/office/powerpoint/2010/main" val="14397190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88">
          <a:extLst>
            <a:ext uri="{FF2B5EF4-FFF2-40B4-BE49-F238E27FC236}">
              <a16:creationId xmlns:a16="http://schemas.microsoft.com/office/drawing/2014/main" id="{9C7E4F90-C86C-FB6F-679F-C41B0A51804D}"/>
            </a:ext>
          </a:extLst>
        </p:cNvPr>
        <p:cNvGrpSpPr/>
        <p:nvPr/>
      </p:nvGrpSpPr>
      <p:grpSpPr>
        <a:xfrm>
          <a:off x="0" y="0"/>
          <a:ext cx="0" cy="0"/>
          <a:chOff x="0" y="0"/>
          <a:chExt cx="0" cy="0"/>
        </a:xfrm>
      </p:grpSpPr>
      <p:sp>
        <p:nvSpPr>
          <p:cNvPr id="489" name="Google Shape;489;p49">
            <a:extLst>
              <a:ext uri="{FF2B5EF4-FFF2-40B4-BE49-F238E27FC236}">
                <a16:creationId xmlns:a16="http://schemas.microsoft.com/office/drawing/2014/main" id="{966BB81C-1FE7-4A62-E93B-89EEFA6C8FA4}"/>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US" sz="2000" dirty="0"/>
              <a:t>Background Mathematical concepts</a:t>
            </a:r>
            <a:endParaRPr sz="2000" dirty="0"/>
          </a:p>
        </p:txBody>
      </p:sp>
      <p:sp>
        <p:nvSpPr>
          <p:cNvPr id="490" name="Google Shape;490;p49">
            <a:extLst>
              <a:ext uri="{FF2B5EF4-FFF2-40B4-BE49-F238E27FC236}">
                <a16:creationId xmlns:a16="http://schemas.microsoft.com/office/drawing/2014/main" id="{9569E59A-B14D-2945-EBB6-CF805A267628}"/>
              </a:ext>
            </a:extLst>
          </p:cNvPr>
          <p:cNvSpPr txBox="1">
            <a:spLocks noGrp="1"/>
          </p:cNvSpPr>
          <p:nvPr>
            <p:ph type="subTitle" idx="1"/>
          </p:nvPr>
        </p:nvSpPr>
        <p:spPr>
          <a:xfrm>
            <a:off x="720000" y="1419809"/>
            <a:ext cx="1978200" cy="665400"/>
          </a:xfrm>
          <a:prstGeom prst="rect">
            <a:avLst/>
          </a:prstGeom>
        </p:spPr>
        <p:txBody>
          <a:bodyPr spcFirstLastPara="1" wrap="square" lIns="91425" tIns="91425" rIns="91425" bIns="91425" anchor="t" anchorCtr="0">
            <a:noAutofit/>
          </a:bodyPr>
          <a:lstStyle/>
          <a:p>
            <a:pPr marL="0" lvl="0" indent="0"/>
            <a:r>
              <a:rPr lang="en-US" sz="1100" dirty="0"/>
              <a:t>A mathematical property where a complex, complex, non-linear set of equations can be simplified into a linear form. </a:t>
            </a:r>
            <a:endParaRPr sz="1100" dirty="0"/>
          </a:p>
        </p:txBody>
      </p:sp>
      <p:sp>
        <p:nvSpPr>
          <p:cNvPr id="491" name="Google Shape;491;p49">
            <a:extLst>
              <a:ext uri="{FF2B5EF4-FFF2-40B4-BE49-F238E27FC236}">
                <a16:creationId xmlns:a16="http://schemas.microsoft.com/office/drawing/2014/main" id="{27B568C5-869C-9756-F807-E6ED42249EAD}"/>
              </a:ext>
            </a:extLst>
          </p:cNvPr>
          <p:cNvSpPr txBox="1">
            <a:spLocks noGrp="1"/>
          </p:cNvSpPr>
          <p:nvPr>
            <p:ph type="subTitle" idx="2"/>
          </p:nvPr>
        </p:nvSpPr>
        <p:spPr>
          <a:xfrm>
            <a:off x="4467602" y="1419809"/>
            <a:ext cx="1978200" cy="665400"/>
          </a:xfrm>
          <a:prstGeom prst="rect">
            <a:avLst/>
          </a:prstGeom>
        </p:spPr>
        <p:txBody>
          <a:bodyPr spcFirstLastPara="1" wrap="square" lIns="91425" tIns="91425" rIns="91425" bIns="91425" anchor="t" anchorCtr="0">
            <a:noAutofit/>
          </a:bodyPr>
          <a:lstStyle/>
          <a:p>
            <a:pPr marL="0" lvl="0" indent="0"/>
            <a:r>
              <a:rPr lang="en-US" sz="1100" dirty="0"/>
              <a:t>A classic control algorithm used to keep systems stable, such as maintaining the upright balance of a wheeled robot.</a:t>
            </a:r>
            <a:endParaRPr sz="1100" dirty="0"/>
          </a:p>
        </p:txBody>
      </p:sp>
      <p:sp>
        <p:nvSpPr>
          <p:cNvPr id="493" name="Google Shape;493;p49">
            <a:extLst>
              <a:ext uri="{FF2B5EF4-FFF2-40B4-BE49-F238E27FC236}">
                <a16:creationId xmlns:a16="http://schemas.microsoft.com/office/drawing/2014/main" id="{9F412557-886A-B7D6-D059-3BF4468174AA}"/>
              </a:ext>
            </a:extLst>
          </p:cNvPr>
          <p:cNvSpPr txBox="1">
            <a:spLocks noGrp="1"/>
          </p:cNvSpPr>
          <p:nvPr>
            <p:ph type="subTitle" idx="5"/>
          </p:nvPr>
        </p:nvSpPr>
        <p:spPr>
          <a:xfrm>
            <a:off x="719999" y="1084409"/>
            <a:ext cx="2498023" cy="411600"/>
          </a:xfrm>
          <a:prstGeom prst="rect">
            <a:avLst/>
          </a:prstGeom>
        </p:spPr>
        <p:txBody>
          <a:bodyPr spcFirstLastPara="1" wrap="square" lIns="91425" tIns="91425" rIns="91425" bIns="91425" anchor="b" anchorCtr="0">
            <a:noAutofit/>
          </a:bodyPr>
          <a:lstStyle/>
          <a:p>
            <a:pPr marL="0" lvl="0" indent="0"/>
            <a:r>
              <a:rPr lang="en-US" sz="1400" dirty="0"/>
              <a:t>Differential Flatness</a:t>
            </a:r>
            <a:endParaRPr sz="1400" dirty="0"/>
          </a:p>
        </p:txBody>
      </p:sp>
      <p:sp>
        <p:nvSpPr>
          <p:cNvPr id="494" name="Google Shape;494;p49">
            <a:extLst>
              <a:ext uri="{FF2B5EF4-FFF2-40B4-BE49-F238E27FC236}">
                <a16:creationId xmlns:a16="http://schemas.microsoft.com/office/drawing/2014/main" id="{FC21BDE2-3695-876D-0E09-50FB8719E26D}"/>
              </a:ext>
            </a:extLst>
          </p:cNvPr>
          <p:cNvSpPr txBox="1">
            <a:spLocks noGrp="1"/>
          </p:cNvSpPr>
          <p:nvPr>
            <p:ph type="subTitle" idx="6"/>
          </p:nvPr>
        </p:nvSpPr>
        <p:spPr>
          <a:xfrm>
            <a:off x="720000" y="3058292"/>
            <a:ext cx="1978200" cy="411600"/>
          </a:xfrm>
          <a:prstGeom prst="rect">
            <a:avLst/>
          </a:prstGeom>
        </p:spPr>
        <p:txBody>
          <a:bodyPr spcFirstLastPara="1" wrap="square" lIns="91425" tIns="91425" rIns="91425" bIns="91425" anchor="b" anchorCtr="0">
            <a:noAutofit/>
          </a:bodyPr>
          <a:lstStyle/>
          <a:p>
            <a:pPr marL="0" lvl="0" indent="0"/>
            <a:r>
              <a:rPr lang="en-US" sz="1400" dirty="0"/>
              <a:t>Quadratic Programming (QP)</a:t>
            </a:r>
            <a:endParaRPr sz="1400" dirty="0"/>
          </a:p>
        </p:txBody>
      </p:sp>
      <p:sp>
        <p:nvSpPr>
          <p:cNvPr id="495" name="Google Shape;495;p49">
            <a:extLst>
              <a:ext uri="{FF2B5EF4-FFF2-40B4-BE49-F238E27FC236}">
                <a16:creationId xmlns:a16="http://schemas.microsoft.com/office/drawing/2014/main" id="{876FDFC5-2104-465C-2C73-4D6B15189347}"/>
              </a:ext>
            </a:extLst>
          </p:cNvPr>
          <p:cNvSpPr txBox="1">
            <a:spLocks noGrp="1"/>
          </p:cNvSpPr>
          <p:nvPr>
            <p:ph type="subTitle" idx="3"/>
          </p:nvPr>
        </p:nvSpPr>
        <p:spPr>
          <a:xfrm>
            <a:off x="720000" y="3469892"/>
            <a:ext cx="1978200" cy="665400"/>
          </a:xfrm>
          <a:prstGeom prst="rect">
            <a:avLst/>
          </a:prstGeom>
        </p:spPr>
        <p:txBody>
          <a:bodyPr spcFirstLastPara="1" wrap="square" lIns="91425" tIns="91425" rIns="91425" bIns="91425" anchor="t" anchorCtr="0">
            <a:noAutofit/>
          </a:bodyPr>
          <a:lstStyle/>
          <a:p>
            <a:pPr marL="0" lvl="0" indent="0"/>
            <a:r>
              <a:rPr lang="en-US" sz="1100" dirty="0"/>
              <a:t>A type of mathematical optimization used to find the optimal trajectory for a robot while respecting physical limits (like motor strength).</a:t>
            </a:r>
            <a:endParaRPr sz="1100" b="1" dirty="0"/>
          </a:p>
        </p:txBody>
      </p:sp>
      <p:sp>
        <p:nvSpPr>
          <p:cNvPr id="497" name="Google Shape;497;p49">
            <a:extLst>
              <a:ext uri="{FF2B5EF4-FFF2-40B4-BE49-F238E27FC236}">
                <a16:creationId xmlns:a16="http://schemas.microsoft.com/office/drawing/2014/main" id="{C743DBF8-64B6-F234-F2C8-9811F341A500}"/>
              </a:ext>
            </a:extLst>
          </p:cNvPr>
          <p:cNvSpPr txBox="1">
            <a:spLocks noGrp="1"/>
          </p:cNvSpPr>
          <p:nvPr>
            <p:ph type="subTitle" idx="7"/>
          </p:nvPr>
        </p:nvSpPr>
        <p:spPr>
          <a:xfrm>
            <a:off x="4467602" y="1084409"/>
            <a:ext cx="3685309" cy="411600"/>
          </a:xfrm>
          <a:prstGeom prst="rect">
            <a:avLst/>
          </a:prstGeom>
        </p:spPr>
        <p:txBody>
          <a:bodyPr spcFirstLastPara="1" wrap="square" lIns="91425" tIns="91425" rIns="91425" bIns="91425" anchor="b" anchorCtr="0">
            <a:noAutofit/>
          </a:bodyPr>
          <a:lstStyle/>
          <a:p>
            <a:pPr marL="0" lvl="0" indent="0"/>
            <a:r>
              <a:rPr lang="en-US" sz="1400" dirty="0"/>
              <a:t>Linear Quadratic Regulator (LQR)</a:t>
            </a:r>
            <a:endParaRPr sz="1400" dirty="0"/>
          </a:p>
        </p:txBody>
      </p:sp>
      <p:sp>
        <p:nvSpPr>
          <p:cNvPr id="2" name="Google Shape;494;p49">
            <a:extLst>
              <a:ext uri="{FF2B5EF4-FFF2-40B4-BE49-F238E27FC236}">
                <a16:creationId xmlns:a16="http://schemas.microsoft.com/office/drawing/2014/main" id="{4454FFEB-D1BD-7987-FCAE-72C9BB8D7417}"/>
              </a:ext>
            </a:extLst>
          </p:cNvPr>
          <p:cNvSpPr txBox="1">
            <a:spLocks/>
          </p:cNvSpPr>
          <p:nvPr/>
        </p:nvSpPr>
        <p:spPr>
          <a:xfrm>
            <a:off x="4467602" y="3058292"/>
            <a:ext cx="1978200" cy="411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IBM Plex Mono"/>
              <a:buNone/>
              <a:defRPr sz="1800" b="1" i="0" u="none" strike="noStrike" cap="none">
                <a:solidFill>
                  <a:schemeClr val="dk1"/>
                </a:solidFill>
                <a:latin typeface="IBM Plex Mono"/>
                <a:ea typeface="IBM Plex Mono"/>
                <a:cs typeface="IBM Plex Mono"/>
                <a:sym typeface="IBM Plex Mono"/>
              </a:defRPr>
            </a:lvl1pPr>
            <a:lvl2pPr marL="914400" marR="0" lvl="1"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2pPr>
            <a:lvl3pPr marL="1371600" marR="0" lvl="2"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3pPr>
            <a:lvl4pPr marL="1828800" marR="0" lvl="3"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4pPr>
            <a:lvl5pPr marL="2286000" marR="0" lvl="4"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5pPr>
            <a:lvl6pPr marL="2743200" marR="0" lvl="5"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6pPr>
            <a:lvl7pPr marL="3200400" marR="0" lvl="6"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7pPr>
            <a:lvl8pPr marL="3657600" marR="0" lvl="7"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8pPr>
            <a:lvl9pPr marL="4114800" marR="0" lvl="8"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9pPr>
          </a:lstStyle>
          <a:p>
            <a:pPr marL="0" indent="0"/>
            <a:r>
              <a:rPr lang="en-US" sz="1400" dirty="0"/>
              <a:t>Disturbance Observer (DOB)</a:t>
            </a:r>
          </a:p>
        </p:txBody>
      </p:sp>
      <p:sp>
        <p:nvSpPr>
          <p:cNvPr id="3" name="Google Shape;495;p49">
            <a:extLst>
              <a:ext uri="{FF2B5EF4-FFF2-40B4-BE49-F238E27FC236}">
                <a16:creationId xmlns:a16="http://schemas.microsoft.com/office/drawing/2014/main" id="{E5CC3F9F-CDAB-65B6-1E5A-F85785D32E9D}"/>
              </a:ext>
            </a:extLst>
          </p:cNvPr>
          <p:cNvSpPr txBox="1">
            <a:spLocks/>
          </p:cNvSpPr>
          <p:nvPr/>
        </p:nvSpPr>
        <p:spPr>
          <a:xfrm>
            <a:off x="4467602" y="3469892"/>
            <a:ext cx="2107546" cy="665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1pPr>
            <a:lvl2pPr marL="914400" marR="0" lvl="1"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2pPr>
            <a:lvl3pPr marL="1371600" marR="0" lvl="2"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3pPr>
            <a:lvl4pPr marL="1828800" marR="0" lvl="3"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4pPr>
            <a:lvl5pPr marL="2286000" marR="0" lvl="4"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5pPr>
            <a:lvl6pPr marL="2743200" marR="0" lvl="5"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6pPr>
            <a:lvl7pPr marL="3200400" marR="0" lvl="6"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7pPr>
            <a:lvl8pPr marL="3657600" marR="0" lvl="7"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8pPr>
            <a:lvl9pPr marL="4114800" marR="0" lvl="8"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9pPr>
          </a:lstStyle>
          <a:p>
            <a:pPr marL="0" indent="0"/>
            <a:r>
              <a:rPr lang="en-US" sz="1100" dirty="0"/>
              <a:t>Mathematically compares how a robot is supposed to move with how it moves. It estimates external forces, like a push or friction, and tells the motors to cancel them out.</a:t>
            </a:r>
            <a:endParaRPr lang="en-US" sz="1100" b="1" dirty="0"/>
          </a:p>
        </p:txBody>
      </p:sp>
    </p:spTree>
    <p:extLst>
      <p:ext uri="{BB962C8B-B14F-4D97-AF65-F5344CB8AC3E}">
        <p14:creationId xmlns:p14="http://schemas.microsoft.com/office/powerpoint/2010/main" val="2249337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72AA4-865F-66C7-62E7-F5D65E9A5A50}"/>
              </a:ext>
            </a:extLst>
          </p:cNvPr>
          <p:cNvSpPr>
            <a:spLocks noGrp="1"/>
          </p:cNvSpPr>
          <p:nvPr>
            <p:ph type="title"/>
          </p:nvPr>
        </p:nvSpPr>
        <p:spPr>
          <a:xfrm>
            <a:off x="1431914" y="292498"/>
            <a:ext cx="6280172" cy="572700"/>
          </a:xfrm>
        </p:spPr>
        <p:txBody>
          <a:bodyPr/>
          <a:lstStyle/>
          <a:p>
            <a:r>
              <a:rPr lang="en-US" sz="2400" dirty="0"/>
              <a:t>Planning and control architecture</a:t>
            </a:r>
          </a:p>
        </p:txBody>
      </p:sp>
      <p:pic>
        <p:nvPicPr>
          <p:cNvPr id="6" name="Picture 5">
            <a:extLst>
              <a:ext uri="{FF2B5EF4-FFF2-40B4-BE49-F238E27FC236}">
                <a16:creationId xmlns:a16="http://schemas.microsoft.com/office/drawing/2014/main" id="{AC896B0A-943C-2760-BDC0-F682A5103F53}"/>
              </a:ext>
            </a:extLst>
          </p:cNvPr>
          <p:cNvPicPr>
            <a:picLocks noChangeAspect="1"/>
          </p:cNvPicPr>
          <p:nvPr/>
        </p:nvPicPr>
        <p:blipFill>
          <a:blip r:embed="rId2"/>
          <a:stretch>
            <a:fillRect/>
          </a:stretch>
        </p:blipFill>
        <p:spPr>
          <a:xfrm>
            <a:off x="2331695" y="865198"/>
            <a:ext cx="3866362" cy="1555316"/>
          </a:xfrm>
          <a:prstGeom prst="rect">
            <a:avLst/>
          </a:prstGeom>
        </p:spPr>
      </p:pic>
      <p:sp>
        <p:nvSpPr>
          <p:cNvPr id="5" name="Google Shape;452;p45">
            <a:extLst>
              <a:ext uri="{FF2B5EF4-FFF2-40B4-BE49-F238E27FC236}">
                <a16:creationId xmlns:a16="http://schemas.microsoft.com/office/drawing/2014/main" id="{C7B4CA7C-6400-04E1-033F-48F9CFC64E0C}"/>
              </a:ext>
            </a:extLst>
          </p:cNvPr>
          <p:cNvSpPr txBox="1">
            <a:spLocks/>
          </p:cNvSpPr>
          <p:nvPr/>
        </p:nvSpPr>
        <p:spPr>
          <a:xfrm>
            <a:off x="783227" y="2420514"/>
            <a:ext cx="3439290" cy="215627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1pPr>
            <a:lvl2pPr marL="914400" marR="0" lvl="1"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2pPr>
            <a:lvl3pPr marL="1371600" marR="0" lvl="2"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3pPr>
            <a:lvl4pPr marL="1828800" marR="0" lvl="3"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4pPr>
            <a:lvl5pPr marL="2286000" marR="0" lvl="4"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5pPr>
            <a:lvl6pPr marL="2743200" marR="0" lvl="5"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6pPr>
            <a:lvl7pPr marL="3200400" marR="0" lvl="6"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7pPr>
            <a:lvl8pPr marL="3657600" marR="0" lvl="7"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8pPr>
            <a:lvl9pPr marL="4114800" marR="0" lvl="8"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9pPr>
          </a:lstStyle>
          <a:p>
            <a:pPr marL="0" indent="0" algn="ctr"/>
            <a:r>
              <a:rPr lang="en-US" sz="1050" b="1" dirty="0"/>
              <a:t>High-Level Planning:</a:t>
            </a:r>
          </a:p>
          <a:p>
            <a:pPr marL="171450" indent="-171450">
              <a:buFont typeface="Arial" panose="020B0604020202020204" pitchFamily="34" charset="0"/>
              <a:buChar char="•"/>
            </a:pPr>
            <a:endParaRPr lang="en-US" sz="1050" b="1" dirty="0"/>
          </a:p>
          <a:p>
            <a:pPr marL="171450" indent="-171450">
              <a:buFont typeface="Arial" panose="020B0604020202020204" pitchFamily="34" charset="0"/>
              <a:buChar char="•"/>
            </a:pPr>
            <a:r>
              <a:rPr lang="en-US" sz="1050" dirty="0"/>
              <a:t>Operates at 25 Hz to calculate the optimal mathematical trajectory for the jump.</a:t>
            </a:r>
          </a:p>
          <a:p>
            <a:pPr marL="171450" indent="-171450">
              <a:buFont typeface="Arial" panose="020B0604020202020204" pitchFamily="34" charset="0"/>
              <a:buChar char="•"/>
            </a:pPr>
            <a:endParaRPr lang="en-US" sz="1050" dirty="0"/>
          </a:p>
          <a:p>
            <a:pPr marL="171450" indent="-171450">
              <a:buFont typeface="Arial" panose="020B0604020202020204" pitchFamily="34" charset="0"/>
              <a:buChar char="•"/>
            </a:pPr>
            <a:r>
              <a:rPr lang="en-US" sz="1050" dirty="0"/>
              <a:t>Abstracts the robot into simplified template models.</a:t>
            </a:r>
            <a:br>
              <a:rPr lang="en-US" sz="1050" dirty="0"/>
            </a:br>
            <a:endParaRPr lang="en-US" sz="1050" b="1" dirty="0"/>
          </a:p>
          <a:p>
            <a:pPr marL="171450" indent="-171450">
              <a:buFont typeface="Arial" panose="020B0604020202020204" pitchFamily="34" charset="0"/>
              <a:buChar char="•"/>
            </a:pPr>
            <a:r>
              <a:rPr lang="en-US" sz="1050" dirty="0"/>
              <a:t>Calculates broad reference trajectories for Stance and Flight.</a:t>
            </a:r>
          </a:p>
          <a:p>
            <a:pPr marL="171450" indent="-171450">
              <a:buFont typeface="Arial" panose="020B0604020202020204" pitchFamily="34" charset="0"/>
              <a:buChar char="•"/>
            </a:pPr>
            <a:endParaRPr lang="en-US" sz="1050" dirty="0"/>
          </a:p>
          <a:p>
            <a:pPr marL="171450" indent="-171450">
              <a:buFont typeface="Arial" panose="020B0604020202020204" pitchFamily="34" charset="0"/>
              <a:buChar char="•"/>
            </a:pPr>
            <a:r>
              <a:rPr lang="en-US" sz="1050" dirty="0"/>
              <a:t>Calculates Ideal angles and velocities.</a:t>
            </a:r>
          </a:p>
        </p:txBody>
      </p:sp>
      <p:sp>
        <p:nvSpPr>
          <p:cNvPr id="7" name="Google Shape;452;p45">
            <a:extLst>
              <a:ext uri="{FF2B5EF4-FFF2-40B4-BE49-F238E27FC236}">
                <a16:creationId xmlns:a16="http://schemas.microsoft.com/office/drawing/2014/main" id="{E76BCB26-38CC-4B7B-C7EA-CBBFADC8DDF2}"/>
              </a:ext>
            </a:extLst>
          </p:cNvPr>
          <p:cNvSpPr txBox="1">
            <a:spLocks/>
          </p:cNvSpPr>
          <p:nvPr/>
        </p:nvSpPr>
        <p:spPr>
          <a:xfrm>
            <a:off x="5075409" y="2420514"/>
            <a:ext cx="3424200" cy="215627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1pPr>
            <a:lvl2pPr marL="914400" marR="0" lvl="1"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2pPr>
            <a:lvl3pPr marL="1371600" marR="0" lvl="2"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3pPr>
            <a:lvl4pPr marL="1828800" marR="0" lvl="3"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4pPr>
            <a:lvl5pPr marL="2286000" marR="0" lvl="4"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5pPr>
            <a:lvl6pPr marL="2743200" marR="0" lvl="5"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6pPr>
            <a:lvl7pPr marL="3200400" marR="0" lvl="6"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7pPr>
            <a:lvl8pPr marL="3657600" marR="0" lvl="7"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8pPr>
            <a:lvl9pPr marL="4114800" marR="0" lvl="8"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9pPr>
          </a:lstStyle>
          <a:p>
            <a:pPr marL="0" indent="0" algn="ctr"/>
            <a:r>
              <a:rPr lang="en-US" sz="1050" b="1" dirty="0"/>
              <a:t>Low-Level Control:</a:t>
            </a:r>
          </a:p>
          <a:p>
            <a:pPr marL="0" indent="0"/>
            <a:endParaRPr lang="en-US" sz="1050" b="1" dirty="0"/>
          </a:p>
          <a:p>
            <a:pPr marL="171450" indent="-171450">
              <a:buFont typeface="Arial" panose="020B0604020202020204" pitchFamily="34" charset="0"/>
              <a:buChar char="•"/>
            </a:pPr>
            <a:r>
              <a:rPr lang="en-US" sz="1050" dirty="0"/>
              <a:t>Operates at 500Hz to command the physical actuators and react to disturbances.</a:t>
            </a:r>
          </a:p>
          <a:p>
            <a:pPr marL="171450" indent="-171450">
              <a:buFont typeface="Arial" panose="020B0604020202020204" pitchFamily="34" charset="0"/>
              <a:buChar char="•"/>
            </a:pPr>
            <a:endParaRPr lang="en-US" sz="1050" b="1" dirty="0"/>
          </a:p>
          <a:p>
            <a:pPr marL="171450" indent="-171450">
              <a:buFont typeface="Arial" panose="020B0604020202020204" pitchFamily="34" charset="0"/>
              <a:buChar char="•"/>
            </a:pPr>
            <a:r>
              <a:rPr lang="en-US" sz="1050" dirty="0"/>
              <a:t>Receives ideal trajectories.</a:t>
            </a:r>
          </a:p>
          <a:p>
            <a:pPr marL="171450" indent="-171450">
              <a:buFont typeface="Arial" panose="020B0604020202020204" pitchFamily="34" charset="0"/>
              <a:buChar char="•"/>
            </a:pPr>
            <a:endParaRPr lang="en-US" sz="1050" dirty="0"/>
          </a:p>
          <a:p>
            <a:pPr marL="171450" indent="-171450">
              <a:buFont typeface="Arial" panose="020B0604020202020204" pitchFamily="34" charset="0"/>
              <a:buChar char="•"/>
            </a:pPr>
            <a:r>
              <a:rPr lang="en-US" sz="1050" dirty="0"/>
              <a:t>Uses composite whole-body models to react to physical forces.</a:t>
            </a:r>
          </a:p>
          <a:p>
            <a:pPr marL="171450" indent="-171450">
              <a:buFont typeface="Arial" panose="020B0604020202020204" pitchFamily="34" charset="0"/>
              <a:buChar char="•"/>
            </a:pPr>
            <a:endParaRPr lang="en-US" sz="1050" dirty="0"/>
          </a:p>
          <a:p>
            <a:pPr marL="171450" indent="-171450">
              <a:buFont typeface="Arial" panose="020B0604020202020204" pitchFamily="34" charset="0"/>
              <a:buChar char="•"/>
            </a:pPr>
            <a:r>
              <a:rPr lang="en-US" sz="1050" dirty="0"/>
              <a:t>Calculates motor torques required.</a:t>
            </a:r>
          </a:p>
        </p:txBody>
      </p:sp>
    </p:spTree>
    <p:extLst>
      <p:ext uri="{BB962C8B-B14F-4D97-AF65-F5344CB8AC3E}">
        <p14:creationId xmlns:p14="http://schemas.microsoft.com/office/powerpoint/2010/main" val="40379024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44"/>
          <p:cNvSpPr txBox="1">
            <a:spLocks noGrp="1"/>
          </p:cNvSpPr>
          <p:nvPr>
            <p:ph type="title"/>
          </p:nvPr>
        </p:nvSpPr>
        <p:spPr>
          <a:xfrm>
            <a:off x="1892760" y="2485824"/>
            <a:ext cx="5556487" cy="1621097"/>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 sz="4400" dirty="0"/>
              <a:t>STANCE AND FLIGHT PLANNING</a:t>
            </a:r>
            <a:endParaRPr sz="4400" dirty="0"/>
          </a:p>
        </p:txBody>
      </p:sp>
      <p:sp>
        <p:nvSpPr>
          <p:cNvPr id="440" name="Google Shape;440;p44"/>
          <p:cNvSpPr txBox="1">
            <a:spLocks noGrp="1"/>
          </p:cNvSpPr>
          <p:nvPr>
            <p:ph type="title" idx="2"/>
          </p:nvPr>
        </p:nvSpPr>
        <p:spPr>
          <a:xfrm>
            <a:off x="2042402" y="1436575"/>
            <a:ext cx="1995000" cy="915900"/>
          </a:xfrm>
          <a:prstGeom prst="rect">
            <a:avLst/>
          </a:prstGeom>
        </p:spPr>
        <p:txBody>
          <a:bodyPr spcFirstLastPara="1" wrap="square" lIns="91425" tIns="91425" rIns="91425" bIns="0" anchor="ctr" anchorCtr="0">
            <a:noAutofit/>
          </a:bodyPr>
          <a:lstStyle/>
          <a:p>
            <a:pPr marL="0" lvl="0" indent="0" algn="ctr" rtl="0">
              <a:spcBef>
                <a:spcPts val="0"/>
              </a:spcBef>
              <a:spcAft>
                <a:spcPts val="0"/>
              </a:spcAft>
              <a:buNone/>
            </a:pPr>
            <a:r>
              <a:rPr lang="de" dirty="0"/>
              <a:t>02</a:t>
            </a:r>
            <a:endParaRPr dirty="0"/>
          </a:p>
        </p:txBody>
      </p:sp>
      <p:pic>
        <p:nvPicPr>
          <p:cNvPr id="442" name="Google Shape;442;p44"/>
          <p:cNvPicPr preferRelativeResize="0"/>
          <p:nvPr/>
        </p:nvPicPr>
        <p:blipFill rotWithShape="1">
          <a:blip r:embed="rId3">
            <a:alphaModFix/>
          </a:blip>
          <a:srcRect t="19097" r="5042" b="2954"/>
          <a:stretch/>
        </p:blipFill>
        <p:spPr>
          <a:xfrm flipH="1">
            <a:off x="4037238" y="1481775"/>
            <a:ext cx="3716124" cy="958849"/>
          </a:xfrm>
          <a:prstGeom prst="rect">
            <a:avLst/>
          </a:prstGeom>
          <a:noFill/>
          <a:ln>
            <a:noFill/>
          </a:ln>
        </p:spPr>
      </p:pic>
      <p:grpSp>
        <p:nvGrpSpPr>
          <p:cNvPr id="443" name="Google Shape;443;p44"/>
          <p:cNvGrpSpPr/>
          <p:nvPr/>
        </p:nvGrpSpPr>
        <p:grpSpPr>
          <a:xfrm>
            <a:off x="8400" y="69700"/>
            <a:ext cx="9135601" cy="5004101"/>
            <a:chOff x="8400" y="69700"/>
            <a:chExt cx="9135601" cy="5004101"/>
          </a:xfrm>
        </p:grpSpPr>
        <p:pic>
          <p:nvPicPr>
            <p:cNvPr id="444" name="Google Shape;444;p44"/>
            <p:cNvPicPr preferRelativeResize="0"/>
            <p:nvPr/>
          </p:nvPicPr>
          <p:blipFill rotWithShape="1">
            <a:blip r:embed="rId4">
              <a:alphaModFix/>
            </a:blip>
            <a:srcRect t="1400" r="83036" b="-1400"/>
            <a:stretch/>
          </p:blipFill>
          <p:spPr>
            <a:xfrm>
              <a:off x="8010525" y="69700"/>
              <a:ext cx="1133476" cy="5004101"/>
            </a:xfrm>
            <a:prstGeom prst="rect">
              <a:avLst/>
            </a:prstGeom>
            <a:noFill/>
            <a:ln>
              <a:noFill/>
            </a:ln>
          </p:spPr>
        </p:pic>
        <p:pic>
          <p:nvPicPr>
            <p:cNvPr id="445" name="Google Shape;445;p44"/>
            <p:cNvPicPr preferRelativeResize="0"/>
            <p:nvPr/>
          </p:nvPicPr>
          <p:blipFill rotWithShape="1">
            <a:blip r:embed="rId4">
              <a:alphaModFix/>
            </a:blip>
            <a:srcRect t="1400" r="83036" b="-1400"/>
            <a:stretch/>
          </p:blipFill>
          <p:spPr>
            <a:xfrm rot="10800000">
              <a:off x="8400" y="69700"/>
              <a:ext cx="1133476" cy="5004101"/>
            </a:xfrm>
            <a:prstGeom prst="rect">
              <a:avLst/>
            </a:prstGeom>
            <a:noFill/>
            <a:ln>
              <a:noFill/>
            </a:ln>
          </p:spPr>
        </p:pic>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28">
          <a:extLst>
            <a:ext uri="{FF2B5EF4-FFF2-40B4-BE49-F238E27FC236}">
              <a16:creationId xmlns:a16="http://schemas.microsoft.com/office/drawing/2014/main" id="{97063364-32EE-B37B-DA2E-A81991D2B611}"/>
            </a:ext>
          </a:extLst>
        </p:cNvPr>
        <p:cNvGrpSpPr/>
        <p:nvPr/>
      </p:nvGrpSpPr>
      <p:grpSpPr>
        <a:xfrm>
          <a:off x="0" y="0"/>
          <a:ext cx="0" cy="0"/>
          <a:chOff x="0" y="0"/>
          <a:chExt cx="0" cy="0"/>
        </a:xfrm>
      </p:grpSpPr>
      <p:sp>
        <p:nvSpPr>
          <p:cNvPr id="729" name="Google Shape;729;p62">
            <a:extLst>
              <a:ext uri="{FF2B5EF4-FFF2-40B4-BE49-F238E27FC236}">
                <a16:creationId xmlns:a16="http://schemas.microsoft.com/office/drawing/2014/main" id="{6A42D8F5-08D0-8788-F437-5E3B011F6B84}"/>
              </a:ext>
            </a:extLst>
          </p:cNvPr>
          <p:cNvSpPr txBox="1">
            <a:spLocks noGrp="1"/>
          </p:cNvSpPr>
          <p:nvPr>
            <p:ph type="title"/>
          </p:nvPr>
        </p:nvSpPr>
        <p:spPr>
          <a:xfrm>
            <a:off x="2649404" y="243250"/>
            <a:ext cx="3845192"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 dirty="0"/>
              <a:t>The W-Slip Model</a:t>
            </a:r>
            <a:endParaRPr dirty="0"/>
          </a:p>
        </p:txBody>
      </p:sp>
      <p:pic>
        <p:nvPicPr>
          <p:cNvPr id="3" name="Picture 2">
            <a:extLst>
              <a:ext uri="{FF2B5EF4-FFF2-40B4-BE49-F238E27FC236}">
                <a16:creationId xmlns:a16="http://schemas.microsoft.com/office/drawing/2014/main" id="{C5A06BFB-4E39-2122-E339-1950006FBD1F}"/>
              </a:ext>
            </a:extLst>
          </p:cNvPr>
          <p:cNvPicPr>
            <a:picLocks noChangeAspect="1"/>
          </p:cNvPicPr>
          <p:nvPr/>
        </p:nvPicPr>
        <p:blipFill>
          <a:blip r:embed="rId3"/>
          <a:stretch>
            <a:fillRect/>
          </a:stretch>
        </p:blipFill>
        <p:spPr>
          <a:xfrm>
            <a:off x="1447431" y="919795"/>
            <a:ext cx="6249138" cy="1854004"/>
          </a:xfrm>
          <a:prstGeom prst="rect">
            <a:avLst/>
          </a:prstGeom>
        </p:spPr>
      </p:pic>
      <p:sp>
        <p:nvSpPr>
          <p:cNvPr id="4" name="Google Shape;452;p45">
            <a:extLst>
              <a:ext uri="{FF2B5EF4-FFF2-40B4-BE49-F238E27FC236}">
                <a16:creationId xmlns:a16="http://schemas.microsoft.com/office/drawing/2014/main" id="{8B1581CC-87BB-C5BB-1349-97899F82F104}"/>
              </a:ext>
            </a:extLst>
          </p:cNvPr>
          <p:cNvSpPr txBox="1">
            <a:spLocks/>
          </p:cNvSpPr>
          <p:nvPr/>
        </p:nvSpPr>
        <p:spPr>
          <a:xfrm>
            <a:off x="929759" y="2874731"/>
            <a:ext cx="3439290" cy="184316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1pPr>
            <a:lvl2pPr marL="914400" marR="0" lvl="1"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2pPr>
            <a:lvl3pPr marL="1371600" marR="0" lvl="2"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3pPr>
            <a:lvl4pPr marL="1828800" marR="0" lvl="3"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4pPr>
            <a:lvl5pPr marL="2286000" marR="0" lvl="4"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5pPr>
            <a:lvl6pPr marL="2743200" marR="0" lvl="5"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6pPr>
            <a:lvl7pPr marL="3200400" marR="0" lvl="6"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7pPr>
            <a:lvl8pPr marL="3657600" marR="0" lvl="7"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8pPr>
            <a:lvl9pPr marL="4114800" marR="0" lvl="8"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9pPr>
          </a:lstStyle>
          <a:p>
            <a:pPr marL="0" indent="0"/>
            <a:r>
              <a:rPr lang="en-US" sz="1050" b="1" dirty="0"/>
              <a:t>Abstraction:</a:t>
            </a:r>
          </a:p>
          <a:p>
            <a:pPr marL="171450" indent="-171450">
              <a:buFont typeface="Arial" panose="020B0604020202020204" pitchFamily="34" charset="0"/>
              <a:buChar char="•"/>
            </a:pPr>
            <a:r>
              <a:rPr lang="en-US" sz="1050" b="1" dirty="0"/>
              <a:t>SLIP Foundation:</a:t>
            </a:r>
            <a:r>
              <a:rPr lang="en-US" sz="1050" dirty="0"/>
              <a:t> Leverages the classic Spring-Loaded Inverted Pendulum used to model human and bipedal running.</a:t>
            </a:r>
          </a:p>
          <a:p>
            <a:pPr marL="171450" indent="-171450">
              <a:buFont typeface="Arial" panose="020B0604020202020204" pitchFamily="34" charset="0"/>
              <a:buChar char="•"/>
            </a:pPr>
            <a:r>
              <a:rPr lang="en-US" sz="1050" b="1" dirty="0"/>
              <a:t>The Novel Addition:</a:t>
            </a:r>
            <a:r>
              <a:rPr lang="en-US" sz="1050" dirty="0"/>
              <a:t> Attaching a wheel with non-zero mass to the base of the pendulum. This captures the essential underactuated jumping dynamics while drastically reducing the variables the 25Hz planner must process.</a:t>
            </a:r>
          </a:p>
        </p:txBody>
      </p:sp>
      <mc:AlternateContent xmlns:mc="http://schemas.openxmlformats.org/markup-compatibility/2006" xmlns:a14="http://schemas.microsoft.com/office/drawing/2010/main">
        <mc:Choice Requires="a14">
          <p:sp>
            <p:nvSpPr>
              <p:cNvPr id="5" name="Google Shape;452;p45">
                <a:extLst>
                  <a:ext uri="{FF2B5EF4-FFF2-40B4-BE49-F238E27FC236}">
                    <a16:creationId xmlns:a16="http://schemas.microsoft.com/office/drawing/2014/main" id="{6254A93E-AB0F-43D0-5E5B-650D6970AB9A}"/>
                  </a:ext>
                </a:extLst>
              </p:cNvPr>
              <p:cNvSpPr txBox="1">
                <a:spLocks/>
              </p:cNvSpPr>
              <p:nvPr/>
            </p:nvSpPr>
            <p:spPr>
              <a:xfrm>
                <a:off x="5319280" y="2874731"/>
                <a:ext cx="2350631" cy="117104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1pPr>
                <a:lvl2pPr marL="914400" marR="0" lvl="1"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2pPr>
                <a:lvl3pPr marL="1371600" marR="0" lvl="2"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3pPr>
                <a:lvl4pPr marL="1828800" marR="0" lvl="3"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4pPr>
                <a:lvl5pPr marL="2286000" marR="0" lvl="4"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5pPr>
                <a:lvl6pPr marL="2743200" marR="0" lvl="5"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6pPr>
                <a:lvl7pPr marL="3200400" marR="0" lvl="6"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7pPr>
                <a:lvl8pPr marL="3657600" marR="0" lvl="7"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8pPr>
                <a:lvl9pPr marL="4114800" marR="0" lvl="8"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9pPr>
              </a:lstStyle>
              <a:p>
                <a:pPr marL="0" indent="0"/>
                <a:r>
                  <a:rPr lang="en-US" sz="1050" b="1" dirty="0"/>
                  <a:t>Template Parameters:</a:t>
                </a:r>
              </a:p>
              <a:p>
                <a:pPr marL="171450" indent="-171450">
                  <a:buFont typeface="Arial" panose="020B0604020202020204" pitchFamily="34" charset="0"/>
                  <a:buChar char="•"/>
                </a:pPr>
                <a14:m>
                  <m:oMath xmlns:m="http://schemas.openxmlformats.org/officeDocument/2006/math">
                    <m:sSub>
                      <m:sSubPr>
                        <m:ctrlPr>
                          <a:rPr lang="en-US" sz="1050" i="1" smtClean="0">
                            <a:latin typeface="Cambria Math" panose="02040503050406030204" pitchFamily="18" charset="0"/>
                          </a:rPr>
                        </m:ctrlPr>
                      </m:sSubPr>
                      <m:e>
                        <m:r>
                          <a:rPr lang="en-US" sz="1050" b="0" i="1" smtClean="0">
                            <a:latin typeface="Cambria Math" panose="02040503050406030204" pitchFamily="18" charset="0"/>
                          </a:rPr>
                          <m:t>𝑚</m:t>
                        </m:r>
                      </m:e>
                      <m:sub>
                        <m:r>
                          <a:rPr lang="en-US" sz="1050" b="0" i="1" smtClean="0">
                            <a:latin typeface="Cambria Math" panose="02040503050406030204" pitchFamily="18" charset="0"/>
                          </a:rPr>
                          <m:t>𝑏</m:t>
                        </m:r>
                      </m:sub>
                    </m:sSub>
                    <m:r>
                      <a:rPr lang="en-US" sz="1050" b="0" i="1" smtClean="0">
                        <a:latin typeface="Cambria Math" panose="02040503050406030204" pitchFamily="18" charset="0"/>
                      </a:rPr>
                      <m:t>=9.5 </m:t>
                    </m:r>
                    <m:r>
                      <a:rPr lang="en-US" sz="1050" b="0" i="1" smtClean="0">
                        <a:latin typeface="Cambria Math" panose="02040503050406030204" pitchFamily="18" charset="0"/>
                      </a:rPr>
                      <m:t>𝑘𝑔</m:t>
                    </m:r>
                  </m:oMath>
                </a14:m>
                <a:r>
                  <a:rPr lang="en-US" sz="1050" dirty="0"/>
                  <a:t> (Base Mass)</a:t>
                </a:r>
              </a:p>
              <a:p>
                <a:pPr marL="171450" indent="-171450">
                  <a:buFont typeface="Arial" panose="020B0604020202020204" pitchFamily="34" charset="0"/>
                  <a:buChar char="•"/>
                </a:pPr>
                <a14:m>
                  <m:oMath xmlns:m="http://schemas.openxmlformats.org/officeDocument/2006/math">
                    <m:sSub>
                      <m:sSubPr>
                        <m:ctrlPr>
                          <a:rPr lang="en-US" sz="1050" i="1">
                            <a:latin typeface="Cambria Math" panose="02040503050406030204" pitchFamily="18" charset="0"/>
                          </a:rPr>
                        </m:ctrlPr>
                      </m:sSubPr>
                      <m:e>
                        <m:r>
                          <a:rPr lang="en-US" sz="1050" i="1">
                            <a:latin typeface="Cambria Math" panose="02040503050406030204" pitchFamily="18" charset="0"/>
                          </a:rPr>
                          <m:t>𝑚</m:t>
                        </m:r>
                      </m:e>
                      <m:sub>
                        <m:r>
                          <a:rPr lang="en-US" sz="1050" b="0" i="1" smtClean="0">
                            <a:latin typeface="Cambria Math" panose="02040503050406030204" pitchFamily="18" charset="0"/>
                          </a:rPr>
                          <m:t>𝑤</m:t>
                        </m:r>
                      </m:sub>
                    </m:sSub>
                    <m:r>
                      <a:rPr lang="en-US" sz="1050" i="1">
                        <a:latin typeface="Cambria Math" panose="02040503050406030204" pitchFamily="18" charset="0"/>
                      </a:rPr>
                      <m:t>=</m:t>
                    </m:r>
                    <m:r>
                      <a:rPr lang="en-US" sz="1050" b="0" i="1" smtClean="0">
                        <a:latin typeface="Cambria Math" panose="02040503050406030204" pitchFamily="18" charset="0"/>
                      </a:rPr>
                      <m:t>3.2</m:t>
                    </m:r>
                    <m:r>
                      <a:rPr lang="en-US" sz="1050" i="1">
                        <a:latin typeface="Cambria Math" panose="02040503050406030204" pitchFamily="18" charset="0"/>
                      </a:rPr>
                      <m:t> </m:t>
                    </m:r>
                    <m:r>
                      <a:rPr lang="en-US" sz="1050" i="1">
                        <a:latin typeface="Cambria Math" panose="02040503050406030204" pitchFamily="18" charset="0"/>
                      </a:rPr>
                      <m:t>𝑘𝑔</m:t>
                    </m:r>
                  </m:oMath>
                </a14:m>
                <a:r>
                  <a:rPr lang="en-US" sz="1050" dirty="0"/>
                  <a:t> (Wheel Mass)</a:t>
                </a:r>
              </a:p>
              <a:p>
                <a:pPr marL="171450" indent="-171450">
                  <a:buFont typeface="Arial" panose="020B0604020202020204" pitchFamily="34" charset="0"/>
                  <a:buChar char="•"/>
                </a:pPr>
                <a14:m>
                  <m:oMath xmlns:m="http://schemas.openxmlformats.org/officeDocument/2006/math">
                    <m:sSub>
                      <m:sSubPr>
                        <m:ctrlPr>
                          <a:rPr lang="en-US" sz="1050" i="1">
                            <a:latin typeface="Cambria Math" panose="02040503050406030204" pitchFamily="18" charset="0"/>
                          </a:rPr>
                        </m:ctrlPr>
                      </m:sSubPr>
                      <m:e>
                        <m:r>
                          <a:rPr lang="en-US" sz="1050" b="0" i="1" smtClean="0">
                            <a:latin typeface="Cambria Math" panose="02040503050406030204" pitchFamily="18" charset="0"/>
                          </a:rPr>
                          <m:t>𝐾</m:t>
                        </m:r>
                      </m:e>
                      <m:sub>
                        <m:r>
                          <a:rPr lang="en-US" sz="1050" b="0" i="1" smtClean="0">
                            <a:latin typeface="Cambria Math" panose="02040503050406030204" pitchFamily="18" charset="0"/>
                          </a:rPr>
                          <m:t>𝑠</m:t>
                        </m:r>
                      </m:sub>
                    </m:sSub>
                    <m:r>
                      <a:rPr lang="en-US" sz="1050" i="1">
                        <a:latin typeface="Cambria Math" panose="02040503050406030204" pitchFamily="18" charset="0"/>
                      </a:rPr>
                      <m:t>=</m:t>
                    </m:r>
                    <m:r>
                      <a:rPr lang="en-US" sz="1050" b="0" i="1" smtClean="0">
                        <a:latin typeface="Cambria Math" panose="02040503050406030204" pitchFamily="18" charset="0"/>
                      </a:rPr>
                      <m:t>418</m:t>
                    </m:r>
                    <m:r>
                      <a:rPr lang="en-US" sz="1050" i="1">
                        <a:latin typeface="Cambria Math" panose="02040503050406030204" pitchFamily="18" charset="0"/>
                      </a:rPr>
                      <m:t> </m:t>
                    </m:r>
                    <m:r>
                      <a:rPr lang="en-US" sz="1050" b="0" i="1" smtClean="0">
                        <a:latin typeface="Cambria Math" panose="02040503050406030204" pitchFamily="18" charset="0"/>
                      </a:rPr>
                      <m:t>𝑁</m:t>
                    </m:r>
                    <m:r>
                      <a:rPr lang="en-US" sz="1050" b="0" i="1" smtClean="0">
                        <a:latin typeface="Cambria Math" panose="02040503050406030204" pitchFamily="18" charset="0"/>
                      </a:rPr>
                      <m:t>/</m:t>
                    </m:r>
                    <m:r>
                      <a:rPr lang="en-US" sz="1050" b="0" i="1" smtClean="0">
                        <a:latin typeface="Cambria Math" panose="02040503050406030204" pitchFamily="18" charset="0"/>
                      </a:rPr>
                      <m:t>𝑚</m:t>
                    </m:r>
                  </m:oMath>
                </a14:m>
                <a:r>
                  <a:rPr lang="en-US" sz="1050" dirty="0"/>
                  <a:t> (Spring Stiffness)</a:t>
                </a:r>
              </a:p>
              <a:p>
                <a:pPr marL="171450" indent="-171450">
                  <a:buFont typeface="Arial" panose="020B0604020202020204" pitchFamily="34" charset="0"/>
                  <a:buChar char="•"/>
                </a:pPr>
                <a14:m>
                  <m:oMath xmlns:m="http://schemas.openxmlformats.org/officeDocument/2006/math">
                    <m:sSub>
                      <m:sSubPr>
                        <m:ctrlPr>
                          <a:rPr lang="en-US" sz="1050" i="1">
                            <a:latin typeface="Cambria Math" panose="02040503050406030204" pitchFamily="18" charset="0"/>
                          </a:rPr>
                        </m:ctrlPr>
                      </m:sSubPr>
                      <m:e>
                        <m:r>
                          <a:rPr lang="en-US" sz="1050" b="0" i="1" smtClean="0">
                            <a:latin typeface="Cambria Math" panose="02040503050406030204" pitchFamily="18" charset="0"/>
                          </a:rPr>
                          <m:t>𝐿</m:t>
                        </m:r>
                      </m:e>
                      <m:sub>
                        <m:r>
                          <a:rPr lang="en-US" sz="1050" b="0" i="1" smtClean="0">
                            <a:latin typeface="Cambria Math" panose="02040503050406030204" pitchFamily="18" charset="0"/>
                          </a:rPr>
                          <m:t>0</m:t>
                        </m:r>
                      </m:sub>
                    </m:sSub>
                    <m:r>
                      <a:rPr lang="en-US" sz="1050" i="1">
                        <a:latin typeface="Cambria Math" panose="02040503050406030204" pitchFamily="18" charset="0"/>
                      </a:rPr>
                      <m:t>=</m:t>
                    </m:r>
                    <m:r>
                      <a:rPr lang="en-US" sz="1050" b="0" i="1" smtClean="0">
                        <a:latin typeface="Cambria Math" panose="02040503050406030204" pitchFamily="18" charset="0"/>
                      </a:rPr>
                      <m:t>0.79</m:t>
                    </m:r>
                    <m:r>
                      <a:rPr lang="en-US" sz="1050" i="1">
                        <a:latin typeface="Cambria Math" panose="02040503050406030204" pitchFamily="18" charset="0"/>
                      </a:rPr>
                      <m:t> </m:t>
                    </m:r>
                    <m:r>
                      <a:rPr lang="en-US" sz="1050" b="0" i="1" smtClean="0">
                        <a:latin typeface="Cambria Math" panose="02040503050406030204" pitchFamily="18" charset="0"/>
                      </a:rPr>
                      <m:t>𝑚</m:t>
                    </m:r>
                  </m:oMath>
                </a14:m>
                <a:r>
                  <a:rPr lang="en-US" sz="1050" dirty="0"/>
                  <a:t> (Rest Length)</a:t>
                </a:r>
              </a:p>
              <a:p>
                <a:pPr marL="171450" indent="-171450">
                  <a:buFont typeface="Arial" panose="020B0604020202020204" pitchFamily="34" charset="0"/>
                  <a:buChar char="•"/>
                </a:pPr>
                <a:endParaRPr lang="en-US" sz="1050" dirty="0"/>
              </a:p>
            </p:txBody>
          </p:sp>
        </mc:Choice>
        <mc:Fallback xmlns="">
          <p:sp>
            <p:nvSpPr>
              <p:cNvPr id="5" name="Google Shape;452;p45">
                <a:extLst>
                  <a:ext uri="{FF2B5EF4-FFF2-40B4-BE49-F238E27FC236}">
                    <a16:creationId xmlns:a16="http://schemas.microsoft.com/office/drawing/2014/main" id="{6254A93E-AB0F-43D0-5E5B-650D6970AB9A}"/>
                  </a:ext>
                </a:extLst>
              </p:cNvPr>
              <p:cNvSpPr txBox="1">
                <a:spLocks noRot="1" noChangeAspect="1" noMove="1" noResize="1" noEditPoints="1" noAdjustHandles="1" noChangeArrowheads="1" noChangeShapeType="1" noTextEdit="1"/>
              </p:cNvSpPr>
              <p:nvPr/>
            </p:nvSpPr>
            <p:spPr>
              <a:xfrm>
                <a:off x="5319280" y="2874731"/>
                <a:ext cx="2350631" cy="1171047"/>
              </a:xfrm>
              <a:prstGeom prst="rect">
                <a:avLst/>
              </a:prstGeom>
              <a:blipFill>
                <a:blip r:embed="rId4"/>
                <a:stretch>
                  <a:fillRect l="-519"/>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7912798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56">
          <a:extLst>
            <a:ext uri="{FF2B5EF4-FFF2-40B4-BE49-F238E27FC236}">
              <a16:creationId xmlns:a16="http://schemas.microsoft.com/office/drawing/2014/main" id="{1782971F-5B22-B921-885E-FFE2A240D275}"/>
            </a:ext>
          </a:extLst>
        </p:cNvPr>
        <p:cNvGrpSpPr/>
        <p:nvPr/>
      </p:nvGrpSpPr>
      <p:grpSpPr>
        <a:xfrm>
          <a:off x="0" y="0"/>
          <a:ext cx="0" cy="0"/>
          <a:chOff x="0" y="0"/>
          <a:chExt cx="0" cy="0"/>
        </a:xfrm>
      </p:grpSpPr>
      <p:sp>
        <p:nvSpPr>
          <p:cNvPr id="457" name="Google Shape;457;p46">
            <a:extLst>
              <a:ext uri="{FF2B5EF4-FFF2-40B4-BE49-F238E27FC236}">
                <a16:creationId xmlns:a16="http://schemas.microsoft.com/office/drawing/2014/main" id="{4B49F768-B3F6-0A74-DBE2-0C0B71C95BE6}"/>
              </a:ext>
            </a:extLst>
          </p:cNvPr>
          <p:cNvSpPr txBox="1">
            <a:spLocks noGrp="1"/>
          </p:cNvSpPr>
          <p:nvPr>
            <p:ph type="title"/>
          </p:nvPr>
        </p:nvSpPr>
        <p:spPr>
          <a:xfrm>
            <a:off x="720000" y="325582"/>
            <a:ext cx="4855200" cy="720436"/>
          </a:xfrm>
          <a:prstGeom prst="rect">
            <a:avLst/>
          </a:prstGeom>
        </p:spPr>
        <p:txBody>
          <a:bodyPr spcFirstLastPara="1" wrap="square" lIns="91425" tIns="91425" rIns="91425" bIns="91425" anchor="t" anchorCtr="0">
            <a:noAutofit/>
          </a:bodyPr>
          <a:lstStyle/>
          <a:p>
            <a:r>
              <a:rPr lang="en-US" dirty="0"/>
              <a:t>Stance</a:t>
            </a:r>
            <a:r>
              <a:rPr lang="de" dirty="0"/>
              <a:t> Phase Planning</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1832EE4-6ACA-DD6D-DA12-BF983AE2C973}"/>
                  </a:ext>
                </a:extLst>
              </p:cNvPr>
              <p:cNvSpPr txBox="1"/>
              <p:nvPr/>
            </p:nvSpPr>
            <p:spPr>
              <a:xfrm>
                <a:off x="720000" y="1297896"/>
                <a:ext cx="4191437" cy="33239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200" b="1" dirty="0">
                    <a:solidFill>
                      <a:schemeClr val="tx1"/>
                    </a:solidFill>
                  </a:rPr>
                  <a:t>Objective: </a:t>
                </a:r>
                <a:r>
                  <a:rPr lang="en-US" sz="1200" dirty="0">
                    <a:solidFill>
                      <a:schemeClr val="tx1"/>
                    </a:solidFill>
                  </a:rPr>
                  <a:t>Generate a physically feasible take-off trajectory for the underactuated W-SLIP model.</a:t>
                </a:r>
              </a:p>
              <a:p>
                <a:pPr algn="just"/>
                <a:endParaRPr lang="en-US" sz="1200" dirty="0">
                  <a:solidFill>
                    <a:schemeClr val="tx1"/>
                  </a:solidFill>
                </a:endParaRPr>
              </a:p>
              <a:p>
                <a:pPr algn="just"/>
                <a:r>
                  <a:rPr lang="en-US" sz="1200" b="1" dirty="0">
                    <a:solidFill>
                      <a:schemeClr val="tx1"/>
                    </a:solidFill>
                  </a:rPr>
                  <a:t>The Strategy:</a:t>
                </a:r>
              </a:p>
              <a:p>
                <a:pPr marL="285750" indent="-285750" algn="just">
                  <a:buFont typeface="Arial" panose="020B0604020202020204" pitchFamily="34" charset="0"/>
                  <a:buChar char="•"/>
                </a:pPr>
                <a:r>
                  <a:rPr lang="en-US" sz="1200" b="1" dirty="0">
                    <a:solidFill>
                      <a:schemeClr val="tx1"/>
                    </a:solidFill>
                  </a:rPr>
                  <a:t>Step 1: Reference Generation.</a:t>
                </a:r>
                <a:r>
                  <a:rPr lang="en-US" sz="1200" dirty="0">
                    <a:solidFill>
                      <a:schemeClr val="tx1"/>
                    </a:solidFill>
                  </a:rPr>
                  <a:t> Create baseline acceleration and linear actuator profiles using simplified 1D models.</a:t>
                </a:r>
              </a:p>
              <a:p>
                <a:pPr marL="285750" indent="-285750" algn="just">
                  <a:buFont typeface="Arial" panose="020B0604020202020204" pitchFamily="34" charset="0"/>
                  <a:buChar char="•"/>
                </a:pPr>
                <a:r>
                  <a:rPr lang="en-US" sz="1200" b="1" dirty="0">
                    <a:solidFill>
                      <a:schemeClr val="tx1"/>
                    </a:solidFill>
                  </a:rPr>
                  <a:t>Step 2: Forward Simulation.</a:t>
                </a:r>
                <a:r>
                  <a:rPr lang="en-US" sz="1200" dirty="0">
                    <a:solidFill>
                      <a:schemeClr val="tx1"/>
                    </a:solidFill>
                  </a:rPr>
                  <a:t> Numerically integrate the W-SLIP dynamics to project the jump's physical path.</a:t>
                </a:r>
              </a:p>
              <a:p>
                <a:pPr marL="285750" indent="-285750" algn="just">
                  <a:buFont typeface="Arial" panose="020B0604020202020204" pitchFamily="34" charset="0"/>
                  <a:buChar char="•"/>
                </a:pPr>
                <a:r>
                  <a:rPr lang="en-US" sz="1200" b="1" dirty="0">
                    <a:solidFill>
                      <a:schemeClr val="tx1"/>
                    </a:solidFill>
                  </a:rPr>
                  <a:t>Step 3: Exploiting Differential Flatness.</a:t>
                </a:r>
                <a:r>
                  <a:rPr lang="en-US" sz="1200" dirty="0">
                    <a:solidFill>
                      <a:schemeClr val="tx1"/>
                    </a:solidFill>
                  </a:rPr>
                  <a:t> Parameterize the leg length (L) and leg angle (</a:t>
                </a:r>
                <a14:m>
                  <m:oMath xmlns:m="http://schemas.openxmlformats.org/officeDocument/2006/math">
                    <m:r>
                      <a:rPr lang="en-US" sz="1200" i="1" smtClean="0">
                        <a:solidFill>
                          <a:schemeClr val="tx1"/>
                        </a:solidFill>
                        <a:latin typeface="Cambria Math" panose="02040503050406030204" pitchFamily="18" charset="0"/>
                        <a:ea typeface="Cambria Math" panose="02040503050406030204" pitchFamily="18" charset="0"/>
                      </a:rPr>
                      <m:t>𝜃</m:t>
                    </m:r>
                  </m:oMath>
                </a14:m>
                <a:r>
                  <a:rPr lang="en-US" sz="1200" dirty="0">
                    <a:solidFill>
                      <a:schemeClr val="tx1"/>
                    </a:solidFill>
                  </a:rPr>
                  <a:t>) using N-degree polynomials.</a:t>
                </a:r>
              </a:p>
              <a:p>
                <a:pPr algn="just"/>
                <a:endParaRPr lang="en-US" sz="1200" dirty="0">
                  <a:solidFill>
                    <a:schemeClr val="tx1"/>
                  </a:solidFill>
                </a:endParaRPr>
              </a:p>
              <a:p>
                <a:pPr algn="just"/>
                <a:r>
                  <a:rPr lang="en-US" sz="1200" b="1" dirty="0">
                    <a:solidFill>
                      <a:schemeClr val="tx1"/>
                    </a:solidFill>
                  </a:rPr>
                  <a:t>The Result:</a:t>
                </a:r>
                <a:r>
                  <a:rPr lang="en-US" sz="1200" dirty="0">
                    <a:solidFill>
                      <a:schemeClr val="tx1"/>
                    </a:solidFill>
                  </a:rPr>
                  <a:t> The complex nonlinear problem is reduced to a standard Quadratic Program (QP). Solved at 25 Hz to output optimal states (</a:t>
                </a:r>
                <a14:m>
                  <m:oMath xmlns:m="http://schemas.openxmlformats.org/officeDocument/2006/math">
                    <m:sSub>
                      <m:sSubPr>
                        <m:ctrlPr>
                          <a:rPr lang="en-US" sz="1200" i="1" smtClean="0">
                            <a:solidFill>
                              <a:schemeClr val="tx1"/>
                            </a:solidFill>
                            <a:latin typeface="Cambria Math" panose="02040503050406030204" pitchFamily="18" charset="0"/>
                            <a:cs typeface="Archivo" panose="020B0604020202020204" charset="0"/>
                          </a:rPr>
                        </m:ctrlPr>
                      </m:sSubPr>
                      <m:e>
                        <m:r>
                          <a:rPr lang="en-US" sz="1200" i="1">
                            <a:solidFill>
                              <a:schemeClr val="tx1"/>
                            </a:solidFill>
                            <a:latin typeface="Cambria Math" panose="02040503050406030204" pitchFamily="18" charset="0"/>
                            <a:cs typeface="Archivo" panose="020B0604020202020204" charset="0"/>
                          </a:rPr>
                          <m:t>𝑋</m:t>
                        </m:r>
                      </m:e>
                      <m:sub>
                        <m:r>
                          <a:rPr lang="en-US" sz="1200" i="1">
                            <a:solidFill>
                              <a:schemeClr val="tx1"/>
                            </a:solidFill>
                            <a:latin typeface="Cambria Math" panose="02040503050406030204" pitchFamily="18" charset="0"/>
                            <a:cs typeface="Archivo" panose="020B0604020202020204" charset="0"/>
                          </a:rPr>
                          <m:t>𝑠</m:t>
                        </m:r>
                        <m:r>
                          <a:rPr lang="en-US" sz="1200" i="1">
                            <a:solidFill>
                              <a:schemeClr val="tx1"/>
                            </a:solidFill>
                            <a:latin typeface="Cambria Math" panose="02040503050406030204" pitchFamily="18" charset="0"/>
                            <a:cs typeface="Archivo" panose="020B0604020202020204" charset="0"/>
                          </a:rPr>
                          <m:t>∗</m:t>
                        </m:r>
                      </m:sub>
                    </m:sSub>
                    <m:sSub>
                      <m:sSubPr>
                        <m:ctrlPr>
                          <a:rPr lang="en-US" sz="1200" i="1">
                            <a:solidFill>
                              <a:schemeClr val="tx1"/>
                            </a:solidFill>
                            <a:latin typeface="Cambria Math" panose="02040503050406030204" pitchFamily="18" charset="0"/>
                            <a:cs typeface="Archivo" panose="020B0604020202020204" charset="0"/>
                          </a:rPr>
                        </m:ctrlPr>
                      </m:sSubPr>
                      <m:e>
                        <m:r>
                          <a:rPr lang="en-US" sz="1200" i="1">
                            <a:solidFill>
                              <a:schemeClr val="tx1"/>
                            </a:solidFill>
                            <a:latin typeface="Cambria Math" panose="02040503050406030204" pitchFamily="18" charset="0"/>
                            <a:cs typeface="Archivo" panose="020B0604020202020204" charset="0"/>
                          </a:rPr>
                          <m:t>𝐿</m:t>
                        </m:r>
                      </m:e>
                      <m:sub>
                        <m:r>
                          <a:rPr lang="en-US" sz="1200" i="1">
                            <a:solidFill>
                              <a:schemeClr val="tx1"/>
                            </a:solidFill>
                            <a:latin typeface="Cambria Math" panose="02040503050406030204" pitchFamily="18" charset="0"/>
                            <a:cs typeface="Archivo" panose="020B0604020202020204" charset="0"/>
                          </a:rPr>
                          <m:t>𝑠</m:t>
                        </m:r>
                        <m:r>
                          <a:rPr lang="en-US" sz="1200" i="1">
                            <a:solidFill>
                              <a:schemeClr val="tx1"/>
                            </a:solidFill>
                            <a:latin typeface="Cambria Math" panose="02040503050406030204" pitchFamily="18" charset="0"/>
                            <a:cs typeface="Archivo" panose="020B0604020202020204" charset="0"/>
                          </a:rPr>
                          <m:t>∗</m:t>
                        </m:r>
                      </m:sub>
                    </m:sSub>
                    <m:sSub>
                      <m:sSubPr>
                        <m:ctrlPr>
                          <a:rPr lang="en-US" sz="1200" i="1">
                            <a:solidFill>
                              <a:schemeClr val="tx1"/>
                            </a:solidFill>
                            <a:latin typeface="Cambria Math" panose="02040503050406030204" pitchFamily="18" charset="0"/>
                            <a:ea typeface="Cambria Math" panose="02040503050406030204" pitchFamily="18" charset="0"/>
                            <a:cs typeface="Archivo" panose="020B0604020202020204" charset="0"/>
                          </a:rPr>
                        </m:ctrlPr>
                      </m:sSubPr>
                      <m:e>
                        <m:r>
                          <a:rPr lang="en-US" sz="1200" i="1">
                            <a:solidFill>
                              <a:schemeClr val="tx1"/>
                            </a:solidFill>
                            <a:latin typeface="Cambria Math" panose="02040503050406030204" pitchFamily="18" charset="0"/>
                            <a:ea typeface="Cambria Math" panose="02040503050406030204" pitchFamily="18" charset="0"/>
                            <a:cs typeface="Archivo" panose="020B0604020202020204" charset="0"/>
                          </a:rPr>
                          <m:t>𝜃</m:t>
                        </m:r>
                      </m:e>
                      <m:sub>
                        <m:r>
                          <a:rPr lang="en-US" sz="1200" i="1">
                            <a:solidFill>
                              <a:schemeClr val="tx1"/>
                            </a:solidFill>
                            <a:latin typeface="Cambria Math" panose="02040503050406030204" pitchFamily="18" charset="0"/>
                            <a:ea typeface="Cambria Math" panose="02040503050406030204" pitchFamily="18" charset="0"/>
                            <a:cs typeface="Archivo" panose="020B0604020202020204" charset="0"/>
                          </a:rPr>
                          <m:t>𝑠</m:t>
                        </m:r>
                        <m:r>
                          <a:rPr lang="en-US" sz="1200" i="1">
                            <a:solidFill>
                              <a:schemeClr val="tx1"/>
                            </a:solidFill>
                            <a:latin typeface="Cambria Math" panose="02040503050406030204" pitchFamily="18" charset="0"/>
                            <a:ea typeface="Cambria Math" panose="02040503050406030204" pitchFamily="18" charset="0"/>
                            <a:cs typeface="Archivo" panose="020B0604020202020204" charset="0"/>
                          </a:rPr>
                          <m:t>∗</m:t>
                        </m:r>
                      </m:sub>
                    </m:sSub>
                    <m:r>
                      <a:rPr lang="en-US" sz="1200" b="0" i="1" smtClean="0">
                        <a:solidFill>
                          <a:schemeClr val="tx1"/>
                        </a:solidFill>
                        <a:latin typeface="Cambria Math" panose="02040503050406030204" pitchFamily="18" charset="0"/>
                        <a:ea typeface="Cambria Math" panose="02040503050406030204" pitchFamily="18" charset="0"/>
                        <a:cs typeface="Archivo" panose="020B0604020202020204" charset="0"/>
                      </a:rPr>
                      <m:t>)</m:t>
                    </m:r>
                  </m:oMath>
                </a14:m>
                <a:endParaRPr lang="en-US" sz="1200" dirty="0">
                  <a:solidFill>
                    <a:schemeClr val="tx1"/>
                  </a:solidFill>
                </a:endParaRPr>
              </a:p>
            </p:txBody>
          </p:sp>
        </mc:Choice>
        <mc:Fallback xmlns="">
          <p:sp>
            <p:nvSpPr>
              <p:cNvPr id="4" name="TextBox 3">
                <a:extLst>
                  <a:ext uri="{FF2B5EF4-FFF2-40B4-BE49-F238E27FC236}">
                    <a16:creationId xmlns:a16="http://schemas.microsoft.com/office/drawing/2014/main" id="{41832EE4-6ACA-DD6D-DA12-BF983AE2C973}"/>
                  </a:ext>
                </a:extLst>
              </p:cNvPr>
              <p:cNvSpPr txBox="1">
                <a:spLocks noRot="1" noChangeAspect="1" noMove="1" noResize="1" noEditPoints="1" noAdjustHandles="1" noChangeArrowheads="1" noChangeShapeType="1" noTextEdit="1"/>
              </p:cNvSpPr>
              <p:nvPr/>
            </p:nvSpPr>
            <p:spPr>
              <a:xfrm>
                <a:off x="720000" y="1297896"/>
                <a:ext cx="4191437" cy="3323987"/>
              </a:xfrm>
              <a:prstGeom prst="rect">
                <a:avLst/>
              </a:prstGeom>
              <a:blipFill>
                <a:blip r:embed="rId3"/>
                <a:stretch>
                  <a:fillRect t="-367" r="-145"/>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FBA98376-9CBC-E566-EFAA-EB00E02991E2}"/>
              </a:ext>
            </a:extLst>
          </p:cNvPr>
          <p:cNvPicPr>
            <a:picLocks noChangeAspect="1"/>
          </p:cNvPicPr>
          <p:nvPr/>
        </p:nvPicPr>
        <p:blipFill>
          <a:blip r:embed="rId4"/>
          <a:stretch>
            <a:fillRect/>
          </a:stretch>
        </p:blipFill>
        <p:spPr>
          <a:xfrm>
            <a:off x="5823222" y="1046018"/>
            <a:ext cx="2660652" cy="2453597"/>
          </a:xfrm>
          <a:prstGeom prst="rect">
            <a:avLst/>
          </a:prstGeom>
        </p:spPr>
      </p:pic>
    </p:spTree>
    <p:extLst>
      <p:ext uri="{BB962C8B-B14F-4D97-AF65-F5344CB8AC3E}">
        <p14:creationId xmlns:p14="http://schemas.microsoft.com/office/powerpoint/2010/main" val="345188198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7" grpId="0"/>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28">
          <a:extLst>
            <a:ext uri="{FF2B5EF4-FFF2-40B4-BE49-F238E27FC236}">
              <a16:creationId xmlns:a16="http://schemas.microsoft.com/office/drawing/2014/main" id="{BACCE09A-4C42-1D6A-90D5-16898A998645}"/>
            </a:ext>
          </a:extLst>
        </p:cNvPr>
        <p:cNvGrpSpPr/>
        <p:nvPr/>
      </p:nvGrpSpPr>
      <p:grpSpPr>
        <a:xfrm>
          <a:off x="0" y="0"/>
          <a:ext cx="0" cy="0"/>
          <a:chOff x="0" y="0"/>
          <a:chExt cx="0" cy="0"/>
        </a:xfrm>
      </p:grpSpPr>
      <p:sp>
        <p:nvSpPr>
          <p:cNvPr id="729" name="Google Shape;729;p62">
            <a:extLst>
              <a:ext uri="{FF2B5EF4-FFF2-40B4-BE49-F238E27FC236}">
                <a16:creationId xmlns:a16="http://schemas.microsoft.com/office/drawing/2014/main" id="{287D7FD1-F9DE-1EE5-76A7-67D267DAC79F}"/>
              </a:ext>
            </a:extLst>
          </p:cNvPr>
          <p:cNvSpPr txBox="1">
            <a:spLocks noGrp="1"/>
          </p:cNvSpPr>
          <p:nvPr>
            <p:ph type="title"/>
          </p:nvPr>
        </p:nvSpPr>
        <p:spPr>
          <a:xfrm>
            <a:off x="726808" y="2528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 dirty="0"/>
              <a:t>Stance Phase Planning</a:t>
            </a:r>
            <a:endParaRPr dirty="0"/>
          </a:p>
        </p:txBody>
      </p:sp>
      <p:sp>
        <p:nvSpPr>
          <p:cNvPr id="730" name="Google Shape;730;p62">
            <a:extLst>
              <a:ext uri="{FF2B5EF4-FFF2-40B4-BE49-F238E27FC236}">
                <a16:creationId xmlns:a16="http://schemas.microsoft.com/office/drawing/2014/main" id="{90BFDE53-1A82-5E3B-511B-625C6ED6F192}"/>
              </a:ext>
            </a:extLst>
          </p:cNvPr>
          <p:cNvSpPr txBox="1"/>
          <p:nvPr/>
        </p:nvSpPr>
        <p:spPr>
          <a:xfrm>
            <a:off x="802801" y="3541938"/>
            <a:ext cx="2294669" cy="1310600"/>
          </a:xfrm>
          <a:prstGeom prst="rect">
            <a:avLst/>
          </a:prstGeom>
          <a:noFill/>
          <a:ln>
            <a:noFill/>
          </a:ln>
        </p:spPr>
        <p:txBody>
          <a:bodyPr spcFirstLastPara="1" wrap="square" lIns="91425" tIns="91425" rIns="91425" bIns="91425" anchor="t" anchorCtr="0">
            <a:noAutofit/>
          </a:bodyPr>
          <a:lstStyle/>
          <a:p>
            <a:pPr marL="0" lvl="0" indent="0" rtl="0">
              <a:lnSpc>
                <a:spcPct val="115000"/>
              </a:lnSpc>
              <a:spcBef>
                <a:spcPts val="0"/>
              </a:spcBef>
              <a:spcAft>
                <a:spcPts val="0"/>
              </a:spcAft>
              <a:buNone/>
            </a:pPr>
            <a:r>
              <a:rPr lang="de" sz="1100" dirty="0">
                <a:solidFill>
                  <a:schemeClr val="dk1"/>
                </a:solidFill>
                <a:latin typeface="Archivo"/>
                <a:ea typeface="Archivo"/>
                <a:cs typeface="Archivo"/>
                <a:sym typeface="Archivo"/>
              </a:rPr>
              <a:t>Generates forward acceleration using a double integration model.</a:t>
            </a:r>
            <a:br>
              <a:rPr lang="de" sz="1100" dirty="0">
                <a:solidFill>
                  <a:schemeClr val="dk1"/>
                </a:solidFill>
                <a:latin typeface="Archivo"/>
                <a:ea typeface="Archivo"/>
                <a:cs typeface="Archivo"/>
                <a:sym typeface="Archivo"/>
              </a:rPr>
            </a:br>
            <a:br>
              <a:rPr lang="de" sz="1100" dirty="0">
                <a:solidFill>
                  <a:schemeClr val="dk1"/>
                </a:solidFill>
                <a:latin typeface="Archivo"/>
                <a:ea typeface="Archivo"/>
                <a:cs typeface="Archivo"/>
                <a:sym typeface="Archivo"/>
              </a:rPr>
            </a:br>
            <a:r>
              <a:rPr lang="de" sz="1100" dirty="0">
                <a:solidFill>
                  <a:schemeClr val="dk1"/>
                </a:solidFill>
                <a:latin typeface="Archivo"/>
                <a:ea typeface="Archivo"/>
                <a:cs typeface="Archivo"/>
                <a:sym typeface="Archivo"/>
              </a:rPr>
              <a:t>Generates linear actuator displacement using a 1D spring-mass model</a:t>
            </a:r>
            <a:endParaRPr sz="1100" b="1" dirty="0">
              <a:solidFill>
                <a:schemeClr val="dk1"/>
              </a:solidFill>
              <a:latin typeface="Archivo"/>
              <a:ea typeface="Archivo"/>
              <a:cs typeface="Archivo"/>
              <a:sym typeface="Archivo"/>
            </a:endParaRPr>
          </a:p>
        </p:txBody>
      </p:sp>
      <p:sp>
        <p:nvSpPr>
          <p:cNvPr id="732" name="Google Shape;732;p62">
            <a:extLst>
              <a:ext uri="{FF2B5EF4-FFF2-40B4-BE49-F238E27FC236}">
                <a16:creationId xmlns:a16="http://schemas.microsoft.com/office/drawing/2014/main" id="{B026E263-5324-35FC-1924-2C5120CA39AD}"/>
              </a:ext>
            </a:extLst>
          </p:cNvPr>
          <p:cNvSpPr txBox="1"/>
          <p:nvPr/>
        </p:nvSpPr>
        <p:spPr>
          <a:xfrm>
            <a:off x="2456716" y="1056724"/>
            <a:ext cx="2043765" cy="1298914"/>
          </a:xfrm>
          <a:prstGeom prst="rect">
            <a:avLst/>
          </a:prstGeom>
          <a:noFill/>
          <a:ln>
            <a:noFill/>
          </a:ln>
        </p:spPr>
        <p:txBody>
          <a:bodyPr spcFirstLastPara="1" wrap="square" lIns="91425" tIns="91425" rIns="91425" bIns="91425" anchor="b" anchorCtr="0">
            <a:noAutofit/>
          </a:bodyPr>
          <a:lstStyle/>
          <a:p>
            <a:pPr marL="0" lvl="0" indent="0" rtl="0">
              <a:lnSpc>
                <a:spcPct val="115000"/>
              </a:lnSpc>
              <a:spcBef>
                <a:spcPts val="0"/>
              </a:spcBef>
              <a:spcAft>
                <a:spcPts val="0"/>
              </a:spcAft>
              <a:buNone/>
            </a:pPr>
            <a:r>
              <a:rPr lang="de" sz="1100" dirty="0">
                <a:solidFill>
                  <a:schemeClr val="dk1"/>
                </a:solidFill>
                <a:latin typeface="Archivo"/>
                <a:ea typeface="Archivo"/>
                <a:cs typeface="Archivo"/>
                <a:sym typeface="Archivo"/>
              </a:rPr>
              <a:t>Integrates the non-linear dynamics using the generated inputs </a:t>
            </a:r>
          </a:p>
          <a:p>
            <a:pPr marL="0" lvl="0" indent="0" rtl="0">
              <a:lnSpc>
                <a:spcPct val="115000"/>
              </a:lnSpc>
              <a:spcBef>
                <a:spcPts val="0"/>
              </a:spcBef>
              <a:spcAft>
                <a:spcPts val="0"/>
              </a:spcAft>
              <a:buNone/>
            </a:pPr>
            <a:endParaRPr lang="de" sz="1100" dirty="0">
              <a:solidFill>
                <a:schemeClr val="dk1"/>
              </a:solidFill>
              <a:latin typeface="Archivo"/>
              <a:ea typeface="Archivo"/>
              <a:cs typeface="Archivo"/>
              <a:sym typeface="Archivo"/>
            </a:endParaRPr>
          </a:p>
          <a:p>
            <a:pPr marL="0" lvl="0" indent="0" rtl="0">
              <a:lnSpc>
                <a:spcPct val="115000"/>
              </a:lnSpc>
              <a:spcBef>
                <a:spcPts val="0"/>
              </a:spcBef>
              <a:spcAft>
                <a:spcPts val="0"/>
              </a:spcAft>
              <a:buNone/>
            </a:pPr>
            <a:r>
              <a:rPr lang="de" sz="1100" dirty="0">
                <a:solidFill>
                  <a:schemeClr val="dk1"/>
                </a:solidFill>
                <a:latin typeface="Archivo"/>
                <a:ea typeface="Archivo"/>
                <a:cs typeface="Archivo"/>
                <a:sym typeface="Archivo"/>
              </a:rPr>
              <a:t>Projects the physical path of the impending jump</a:t>
            </a:r>
            <a:endParaRPr sz="1100" dirty="0">
              <a:solidFill>
                <a:schemeClr val="dk1"/>
              </a:solidFill>
              <a:latin typeface="Archivo"/>
              <a:ea typeface="Archivo"/>
              <a:cs typeface="Archivo"/>
              <a:sym typeface="Archivo"/>
            </a:endParaRPr>
          </a:p>
        </p:txBody>
      </p:sp>
      <p:sp>
        <p:nvSpPr>
          <p:cNvPr id="733" name="Google Shape;733;p62">
            <a:extLst>
              <a:ext uri="{FF2B5EF4-FFF2-40B4-BE49-F238E27FC236}">
                <a16:creationId xmlns:a16="http://schemas.microsoft.com/office/drawing/2014/main" id="{C4191804-86FA-CB8B-4765-013F51781FAC}"/>
              </a:ext>
            </a:extLst>
          </p:cNvPr>
          <p:cNvSpPr txBox="1"/>
          <p:nvPr/>
        </p:nvSpPr>
        <p:spPr>
          <a:xfrm>
            <a:off x="311728" y="2736638"/>
            <a:ext cx="1713516" cy="4116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de" sz="1600" b="1" dirty="0">
                <a:solidFill>
                  <a:schemeClr val="dk1"/>
                </a:solidFill>
                <a:latin typeface="IBM Plex Mono"/>
                <a:ea typeface="IBM Plex Mono"/>
                <a:cs typeface="IBM Plex Mono"/>
                <a:sym typeface="IBM Plex Mono"/>
              </a:rPr>
              <a:t>Reference Generation</a:t>
            </a:r>
            <a:endParaRPr sz="1600" b="1" dirty="0">
              <a:solidFill>
                <a:schemeClr val="dk1"/>
              </a:solidFill>
              <a:latin typeface="IBM Plex Mono"/>
              <a:ea typeface="IBM Plex Mono"/>
              <a:cs typeface="IBM Plex Mono"/>
              <a:sym typeface="IBM Plex Mono"/>
            </a:endParaRPr>
          </a:p>
        </p:txBody>
      </p:sp>
      <p:sp>
        <p:nvSpPr>
          <p:cNvPr id="735" name="Google Shape;735;p62">
            <a:extLst>
              <a:ext uri="{FF2B5EF4-FFF2-40B4-BE49-F238E27FC236}">
                <a16:creationId xmlns:a16="http://schemas.microsoft.com/office/drawing/2014/main" id="{27960C4F-34D0-6541-7BF6-07791E41A1D1}"/>
              </a:ext>
            </a:extLst>
          </p:cNvPr>
          <p:cNvSpPr txBox="1"/>
          <p:nvPr/>
        </p:nvSpPr>
        <p:spPr>
          <a:xfrm>
            <a:off x="3044518" y="2736638"/>
            <a:ext cx="3061769" cy="4116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de" sz="1800" b="1" dirty="0">
                <a:solidFill>
                  <a:schemeClr val="dk1"/>
                </a:solidFill>
                <a:latin typeface="IBM Plex Mono"/>
                <a:ea typeface="IBM Plex Mono"/>
                <a:cs typeface="IBM Plex Mono"/>
                <a:sym typeface="IBM Plex Mono"/>
              </a:rPr>
              <a:t>Forward Simulation</a:t>
            </a:r>
            <a:endParaRPr sz="1800" b="1" dirty="0">
              <a:solidFill>
                <a:schemeClr val="dk1"/>
              </a:solidFill>
              <a:latin typeface="IBM Plex Mono"/>
              <a:ea typeface="IBM Plex Mono"/>
              <a:cs typeface="IBM Plex Mono"/>
              <a:sym typeface="IBM Plex Mono"/>
            </a:endParaRPr>
          </a:p>
        </p:txBody>
      </p:sp>
      <p:sp>
        <p:nvSpPr>
          <p:cNvPr id="736" name="Google Shape;736;p62">
            <a:extLst>
              <a:ext uri="{FF2B5EF4-FFF2-40B4-BE49-F238E27FC236}">
                <a16:creationId xmlns:a16="http://schemas.microsoft.com/office/drawing/2014/main" id="{46E8ADF6-BCD2-D06A-9FE7-24E6944E5E00}"/>
              </a:ext>
            </a:extLst>
          </p:cNvPr>
          <p:cNvSpPr txBox="1"/>
          <p:nvPr/>
        </p:nvSpPr>
        <p:spPr>
          <a:xfrm>
            <a:off x="6028758" y="1056725"/>
            <a:ext cx="2116182" cy="1298915"/>
          </a:xfrm>
          <a:prstGeom prst="rect">
            <a:avLst/>
          </a:prstGeom>
          <a:noFill/>
          <a:ln>
            <a:noFill/>
          </a:ln>
        </p:spPr>
        <p:txBody>
          <a:bodyPr spcFirstLastPara="1" wrap="square" lIns="91425" tIns="91425" rIns="91425" bIns="91425" anchor="b" anchorCtr="0">
            <a:noAutofit/>
          </a:bodyPr>
          <a:lstStyle/>
          <a:p>
            <a:pPr marL="0" lvl="0" indent="0" rtl="0">
              <a:lnSpc>
                <a:spcPct val="115000"/>
              </a:lnSpc>
              <a:spcBef>
                <a:spcPts val="0"/>
              </a:spcBef>
              <a:spcAft>
                <a:spcPts val="0"/>
              </a:spcAft>
              <a:buNone/>
            </a:pPr>
            <a:r>
              <a:rPr lang="de" sz="1100" dirty="0">
                <a:solidFill>
                  <a:schemeClr val="dk1"/>
                </a:solidFill>
                <a:latin typeface="Archivo"/>
                <a:ea typeface="Archivo"/>
                <a:cs typeface="Archivo"/>
                <a:sym typeface="Archivo"/>
              </a:rPr>
              <a:t>Fits the resulting trajectory with n-degree polynomial</a:t>
            </a:r>
          </a:p>
          <a:p>
            <a:pPr marL="0" lvl="0" indent="0" rtl="0">
              <a:lnSpc>
                <a:spcPct val="115000"/>
              </a:lnSpc>
              <a:spcBef>
                <a:spcPts val="0"/>
              </a:spcBef>
              <a:spcAft>
                <a:spcPts val="0"/>
              </a:spcAft>
              <a:buNone/>
            </a:pPr>
            <a:endParaRPr lang="de" sz="1100" dirty="0">
              <a:solidFill>
                <a:schemeClr val="dk1"/>
              </a:solidFill>
              <a:latin typeface="Archivo"/>
              <a:ea typeface="Archivo"/>
              <a:cs typeface="Archivo"/>
              <a:sym typeface="Archivo"/>
            </a:endParaRPr>
          </a:p>
          <a:p>
            <a:pPr marL="0" lvl="0" indent="0" rtl="0">
              <a:lnSpc>
                <a:spcPct val="115000"/>
              </a:lnSpc>
              <a:spcBef>
                <a:spcPts val="0"/>
              </a:spcBef>
              <a:spcAft>
                <a:spcPts val="0"/>
              </a:spcAft>
              <a:buNone/>
            </a:pPr>
            <a:r>
              <a:rPr lang="de" sz="1100" dirty="0">
                <a:solidFill>
                  <a:schemeClr val="dk1"/>
                </a:solidFill>
                <a:latin typeface="Archivo"/>
                <a:ea typeface="Archivo"/>
                <a:cs typeface="Archivo"/>
                <a:sym typeface="Archivo"/>
              </a:rPr>
              <a:t>Solves using quadratic programming to output the optimal flat variables</a:t>
            </a:r>
            <a:endParaRPr sz="1100" dirty="0">
              <a:solidFill>
                <a:schemeClr val="dk1"/>
              </a:solidFill>
              <a:latin typeface="Archivo"/>
              <a:ea typeface="Archivo"/>
              <a:cs typeface="Archivo"/>
              <a:sym typeface="Archivo"/>
            </a:endParaRPr>
          </a:p>
        </p:txBody>
      </p:sp>
      <p:sp>
        <p:nvSpPr>
          <p:cNvPr id="737" name="Google Shape;737;p62">
            <a:extLst>
              <a:ext uri="{FF2B5EF4-FFF2-40B4-BE49-F238E27FC236}">
                <a16:creationId xmlns:a16="http://schemas.microsoft.com/office/drawing/2014/main" id="{A95C0E36-6FBA-39B7-D74C-6FA9C6465806}"/>
              </a:ext>
            </a:extLst>
          </p:cNvPr>
          <p:cNvSpPr txBox="1"/>
          <p:nvPr/>
        </p:nvSpPr>
        <p:spPr>
          <a:xfrm>
            <a:off x="7118757" y="2736638"/>
            <a:ext cx="1713515" cy="4116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de" sz="1800" b="1" dirty="0">
                <a:solidFill>
                  <a:schemeClr val="dk1"/>
                </a:solidFill>
                <a:latin typeface="IBM Plex Mono"/>
                <a:ea typeface="IBM Plex Mono"/>
                <a:cs typeface="IBM Plex Mono"/>
                <a:sym typeface="IBM Plex Mono"/>
              </a:rPr>
              <a:t>Polynomial fitting</a:t>
            </a:r>
            <a:endParaRPr sz="1800" b="1" dirty="0">
              <a:solidFill>
                <a:schemeClr val="dk1"/>
              </a:solidFill>
              <a:latin typeface="IBM Plex Mono"/>
              <a:ea typeface="IBM Plex Mono"/>
              <a:cs typeface="IBM Plex Mono"/>
              <a:sym typeface="IBM Plex Mono"/>
            </a:endParaRPr>
          </a:p>
        </p:txBody>
      </p:sp>
      <p:cxnSp>
        <p:nvCxnSpPr>
          <p:cNvPr id="738" name="Google Shape;738;p62">
            <a:extLst>
              <a:ext uri="{FF2B5EF4-FFF2-40B4-BE49-F238E27FC236}">
                <a16:creationId xmlns:a16="http://schemas.microsoft.com/office/drawing/2014/main" id="{EDCF607B-EA31-BCF1-48D0-B718CE8AB7DB}"/>
              </a:ext>
            </a:extLst>
          </p:cNvPr>
          <p:cNvCxnSpPr>
            <a:cxnSpLocks/>
            <a:stCxn id="733" idx="3"/>
            <a:endCxn id="735" idx="1"/>
          </p:cNvCxnSpPr>
          <p:nvPr/>
        </p:nvCxnSpPr>
        <p:spPr>
          <a:xfrm>
            <a:off x="2025244" y="2942438"/>
            <a:ext cx="1019274" cy="12700"/>
          </a:xfrm>
          <a:prstGeom prst="bentConnector3">
            <a:avLst>
              <a:gd name="adj1" fmla="val 1746"/>
            </a:avLst>
          </a:prstGeom>
          <a:noFill/>
          <a:ln w="9525" cap="flat" cmpd="sng">
            <a:solidFill>
              <a:schemeClr val="accent3"/>
            </a:solidFill>
            <a:prstDash val="solid"/>
            <a:round/>
            <a:headEnd type="none" w="med" len="med"/>
            <a:tailEnd type="triangle" w="med" len="med"/>
          </a:ln>
        </p:spPr>
      </p:cxnSp>
      <p:cxnSp>
        <p:nvCxnSpPr>
          <p:cNvPr id="740" name="Google Shape;740;p62">
            <a:extLst>
              <a:ext uri="{FF2B5EF4-FFF2-40B4-BE49-F238E27FC236}">
                <a16:creationId xmlns:a16="http://schemas.microsoft.com/office/drawing/2014/main" id="{5F9BC5DF-6DA8-544A-EFC7-8CD643CCD5D1}"/>
              </a:ext>
            </a:extLst>
          </p:cNvPr>
          <p:cNvCxnSpPr>
            <a:cxnSpLocks/>
            <a:endCxn id="737" idx="1"/>
          </p:cNvCxnSpPr>
          <p:nvPr/>
        </p:nvCxnSpPr>
        <p:spPr>
          <a:xfrm flipV="1">
            <a:off x="6106288" y="2942438"/>
            <a:ext cx="1012469" cy="12"/>
          </a:xfrm>
          <a:prstGeom prst="bentConnector3">
            <a:avLst>
              <a:gd name="adj1" fmla="val 50000"/>
            </a:avLst>
          </a:prstGeom>
          <a:noFill/>
          <a:ln w="9525" cap="flat" cmpd="sng">
            <a:solidFill>
              <a:schemeClr val="accent3"/>
            </a:solidFill>
            <a:prstDash val="solid"/>
            <a:round/>
            <a:headEnd type="none" w="med" len="med"/>
            <a:tailEnd type="triangle" w="med" len="med"/>
          </a:ln>
        </p:spPr>
      </p:cxnSp>
      <p:cxnSp>
        <p:nvCxnSpPr>
          <p:cNvPr id="741" name="Google Shape;741;p62">
            <a:extLst>
              <a:ext uri="{FF2B5EF4-FFF2-40B4-BE49-F238E27FC236}">
                <a16:creationId xmlns:a16="http://schemas.microsoft.com/office/drawing/2014/main" id="{6E2728CD-5152-2FA8-6EA5-698AC89658D2}"/>
              </a:ext>
            </a:extLst>
          </p:cNvPr>
          <p:cNvCxnSpPr>
            <a:cxnSpLocks/>
            <a:stCxn id="733" idx="2"/>
            <a:endCxn id="730" idx="0"/>
          </p:cNvCxnSpPr>
          <p:nvPr/>
        </p:nvCxnSpPr>
        <p:spPr>
          <a:xfrm rot="16200000" flipH="1">
            <a:off x="1362461" y="2954263"/>
            <a:ext cx="393700" cy="781650"/>
          </a:xfrm>
          <a:prstGeom prst="bentConnector3">
            <a:avLst>
              <a:gd name="adj1" fmla="val 50000"/>
            </a:avLst>
          </a:prstGeom>
          <a:noFill/>
          <a:ln w="9525" cap="flat" cmpd="sng">
            <a:solidFill>
              <a:schemeClr val="accent3"/>
            </a:solidFill>
            <a:prstDash val="solid"/>
            <a:round/>
            <a:headEnd type="none" w="med" len="med"/>
            <a:tailEnd type="oval" w="med" len="med"/>
          </a:ln>
        </p:spPr>
      </p:cxnSp>
      <p:cxnSp>
        <p:nvCxnSpPr>
          <p:cNvPr id="742" name="Google Shape;742;p62">
            <a:extLst>
              <a:ext uri="{FF2B5EF4-FFF2-40B4-BE49-F238E27FC236}">
                <a16:creationId xmlns:a16="http://schemas.microsoft.com/office/drawing/2014/main" id="{AEE611F7-F590-675F-5D3D-F112E7C0BBBF}"/>
              </a:ext>
            </a:extLst>
          </p:cNvPr>
          <p:cNvCxnSpPr>
            <a:cxnSpLocks/>
            <a:stCxn id="735" idx="0"/>
            <a:endCxn id="732" idx="2"/>
          </p:cNvCxnSpPr>
          <p:nvPr/>
        </p:nvCxnSpPr>
        <p:spPr>
          <a:xfrm rot="16200000" flipV="1">
            <a:off x="3836501" y="1997736"/>
            <a:ext cx="381000" cy="1096804"/>
          </a:xfrm>
          <a:prstGeom prst="bentConnector3">
            <a:avLst>
              <a:gd name="adj1" fmla="val 50000"/>
            </a:avLst>
          </a:prstGeom>
          <a:noFill/>
          <a:ln w="9525" cap="flat" cmpd="sng">
            <a:solidFill>
              <a:schemeClr val="accent3"/>
            </a:solidFill>
            <a:prstDash val="solid"/>
            <a:round/>
            <a:headEnd type="none" w="med" len="med"/>
            <a:tailEnd type="oval" w="med" len="med"/>
          </a:ln>
        </p:spPr>
      </p:cxnSp>
      <p:cxnSp>
        <p:nvCxnSpPr>
          <p:cNvPr id="744" name="Google Shape;744;p62">
            <a:extLst>
              <a:ext uri="{FF2B5EF4-FFF2-40B4-BE49-F238E27FC236}">
                <a16:creationId xmlns:a16="http://schemas.microsoft.com/office/drawing/2014/main" id="{2C962B47-60A2-5F5D-E4FF-2EF85CD32598}"/>
              </a:ext>
            </a:extLst>
          </p:cNvPr>
          <p:cNvCxnSpPr>
            <a:cxnSpLocks/>
            <a:stCxn id="737" idx="0"/>
            <a:endCxn id="736" idx="2"/>
          </p:cNvCxnSpPr>
          <p:nvPr/>
        </p:nvCxnSpPr>
        <p:spPr>
          <a:xfrm rot="16200000" flipV="1">
            <a:off x="7340683" y="2101806"/>
            <a:ext cx="380998" cy="888666"/>
          </a:xfrm>
          <a:prstGeom prst="bentConnector3">
            <a:avLst>
              <a:gd name="adj1" fmla="val 50000"/>
            </a:avLst>
          </a:prstGeom>
          <a:noFill/>
          <a:ln w="9525" cap="flat" cmpd="sng">
            <a:solidFill>
              <a:schemeClr val="accent3"/>
            </a:solidFill>
            <a:prstDash val="solid"/>
            <a:round/>
            <a:headEnd type="none" w="med" len="med"/>
            <a:tailEnd type="oval" w="med" len="med"/>
          </a:ln>
        </p:spPr>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D9A8BD9-095F-8233-7FE0-B6CC862D898C}"/>
                  </a:ext>
                </a:extLst>
              </p:cNvPr>
              <p:cNvSpPr txBox="1"/>
              <p:nvPr/>
            </p:nvSpPr>
            <p:spPr>
              <a:xfrm>
                <a:off x="5322736" y="4472552"/>
                <a:ext cx="3675386" cy="523220"/>
              </a:xfrm>
              <a:prstGeom prst="rect">
                <a:avLst/>
              </a:prstGeom>
              <a:solidFill>
                <a:schemeClr val="accent3"/>
              </a:solidFill>
              <a:ln w="38100">
                <a:noFill/>
                <a:prstDash val="solid"/>
              </a:ln>
            </p:spPr>
            <p:txBody>
              <a:bodyPr wrap="square" rtlCol="0">
                <a:spAutoFit/>
              </a:bodyPr>
              <a:lstStyle/>
              <a:p>
                <a:r>
                  <a:rPr lang="en-US" dirty="0">
                    <a:solidFill>
                      <a:schemeClr val="bg2"/>
                    </a:solidFill>
                    <a:latin typeface="Archivo" panose="020B0604020202020204" charset="0"/>
                    <a:cs typeface="Archivo" panose="020B0604020202020204" charset="0"/>
                  </a:rPr>
                  <a:t>System Output:</a:t>
                </a:r>
              </a:p>
              <a:p>
                <a:pPr/>
                <a14:m>
                  <m:oMathPara xmlns:m="http://schemas.openxmlformats.org/officeDocument/2006/math">
                    <m:oMathParaPr>
                      <m:jc m:val="centerGroup"/>
                    </m:oMathParaPr>
                    <m:oMath xmlns:m="http://schemas.openxmlformats.org/officeDocument/2006/math">
                      <m:sSub>
                        <m:sSubPr>
                          <m:ctrlPr>
                            <a:rPr lang="en-US" b="0" i="1" smtClean="0">
                              <a:solidFill>
                                <a:schemeClr val="bg2"/>
                              </a:solidFill>
                              <a:latin typeface="Cambria Math" panose="02040503050406030204" pitchFamily="18" charset="0"/>
                              <a:cs typeface="Archivo" panose="020B0604020202020204" charset="0"/>
                            </a:rPr>
                          </m:ctrlPr>
                        </m:sSubPr>
                        <m:e>
                          <m:r>
                            <a:rPr lang="en-US" b="0" i="1" smtClean="0">
                              <a:solidFill>
                                <a:schemeClr val="bg2"/>
                              </a:solidFill>
                              <a:latin typeface="Cambria Math" panose="02040503050406030204" pitchFamily="18" charset="0"/>
                              <a:cs typeface="Archivo" panose="020B0604020202020204" charset="0"/>
                            </a:rPr>
                            <m:t>𝑋</m:t>
                          </m:r>
                        </m:e>
                        <m:sub>
                          <m:r>
                            <a:rPr lang="en-US" b="0" i="1" smtClean="0">
                              <a:solidFill>
                                <a:schemeClr val="bg2"/>
                              </a:solidFill>
                              <a:latin typeface="Cambria Math" panose="02040503050406030204" pitchFamily="18" charset="0"/>
                              <a:cs typeface="Archivo" panose="020B0604020202020204" charset="0"/>
                            </a:rPr>
                            <m:t>𝑠</m:t>
                          </m:r>
                          <m:r>
                            <a:rPr lang="en-US" i="1">
                              <a:solidFill>
                                <a:schemeClr val="bg2"/>
                              </a:solidFill>
                              <a:latin typeface="Cambria Math" panose="02040503050406030204" pitchFamily="18" charset="0"/>
                              <a:cs typeface="Archivo" panose="020B0604020202020204" charset="0"/>
                            </a:rPr>
                            <m:t>∗</m:t>
                          </m:r>
                        </m:sub>
                      </m:sSub>
                      <m:sSub>
                        <m:sSubPr>
                          <m:ctrlPr>
                            <a:rPr lang="en-US" b="0" i="1" smtClean="0">
                              <a:solidFill>
                                <a:schemeClr val="bg2"/>
                              </a:solidFill>
                              <a:latin typeface="Cambria Math" panose="02040503050406030204" pitchFamily="18" charset="0"/>
                              <a:cs typeface="Archivo" panose="020B0604020202020204" charset="0"/>
                            </a:rPr>
                          </m:ctrlPr>
                        </m:sSubPr>
                        <m:e>
                          <m:r>
                            <a:rPr lang="en-US" b="0" i="1" smtClean="0">
                              <a:solidFill>
                                <a:schemeClr val="bg2"/>
                              </a:solidFill>
                              <a:latin typeface="Cambria Math" panose="02040503050406030204" pitchFamily="18" charset="0"/>
                              <a:cs typeface="Archivo" panose="020B0604020202020204" charset="0"/>
                            </a:rPr>
                            <m:t>𝐿</m:t>
                          </m:r>
                        </m:e>
                        <m:sub>
                          <m:r>
                            <a:rPr lang="en-US" b="0" i="1" smtClean="0">
                              <a:solidFill>
                                <a:schemeClr val="bg2"/>
                              </a:solidFill>
                              <a:latin typeface="Cambria Math" panose="02040503050406030204" pitchFamily="18" charset="0"/>
                              <a:cs typeface="Archivo" panose="020B0604020202020204" charset="0"/>
                            </a:rPr>
                            <m:t>𝑠</m:t>
                          </m:r>
                          <m:r>
                            <a:rPr lang="en-US" b="0" i="1" smtClean="0">
                              <a:solidFill>
                                <a:schemeClr val="bg2"/>
                              </a:solidFill>
                              <a:latin typeface="Cambria Math" panose="02040503050406030204" pitchFamily="18" charset="0"/>
                              <a:cs typeface="Archivo" panose="020B0604020202020204" charset="0"/>
                            </a:rPr>
                            <m:t>∗</m:t>
                          </m:r>
                        </m:sub>
                      </m:sSub>
                      <m:sSub>
                        <m:sSubPr>
                          <m:ctrlPr>
                            <a:rPr lang="en-US" b="0" i="1" smtClean="0">
                              <a:solidFill>
                                <a:schemeClr val="bg2"/>
                              </a:solidFill>
                              <a:latin typeface="Cambria Math" panose="02040503050406030204" pitchFamily="18" charset="0"/>
                              <a:ea typeface="Cambria Math" panose="02040503050406030204" pitchFamily="18" charset="0"/>
                              <a:cs typeface="Archivo" panose="020B0604020202020204" charset="0"/>
                            </a:rPr>
                          </m:ctrlPr>
                        </m:sSubPr>
                        <m:e>
                          <m:r>
                            <a:rPr lang="en-US" b="0" i="1" smtClean="0">
                              <a:solidFill>
                                <a:schemeClr val="bg2"/>
                              </a:solidFill>
                              <a:latin typeface="Cambria Math" panose="02040503050406030204" pitchFamily="18" charset="0"/>
                              <a:ea typeface="Cambria Math" panose="02040503050406030204" pitchFamily="18" charset="0"/>
                              <a:cs typeface="Archivo" panose="020B0604020202020204" charset="0"/>
                            </a:rPr>
                            <m:t>𝜃</m:t>
                          </m:r>
                        </m:e>
                        <m:sub>
                          <m:r>
                            <a:rPr lang="en-US" b="0" i="1" smtClean="0">
                              <a:solidFill>
                                <a:schemeClr val="bg2"/>
                              </a:solidFill>
                              <a:latin typeface="Cambria Math" panose="02040503050406030204" pitchFamily="18" charset="0"/>
                              <a:ea typeface="Cambria Math" panose="02040503050406030204" pitchFamily="18" charset="0"/>
                              <a:cs typeface="Archivo" panose="020B0604020202020204" charset="0"/>
                            </a:rPr>
                            <m:t>𝑠</m:t>
                          </m:r>
                          <m:r>
                            <a:rPr lang="en-US" b="0" i="1" smtClean="0">
                              <a:solidFill>
                                <a:schemeClr val="bg2"/>
                              </a:solidFill>
                              <a:latin typeface="Cambria Math" panose="02040503050406030204" pitchFamily="18" charset="0"/>
                              <a:ea typeface="Cambria Math" panose="02040503050406030204" pitchFamily="18" charset="0"/>
                              <a:cs typeface="Archivo" panose="020B0604020202020204" charset="0"/>
                            </a:rPr>
                            <m:t>∗</m:t>
                          </m:r>
                        </m:sub>
                      </m:sSub>
                    </m:oMath>
                  </m:oMathPara>
                </a14:m>
                <a:endParaRPr lang="en-US" dirty="0">
                  <a:solidFill>
                    <a:schemeClr val="bg2"/>
                  </a:solidFill>
                  <a:latin typeface="Archivo" panose="020B0604020202020204" charset="0"/>
                  <a:cs typeface="Archivo" panose="020B0604020202020204" charset="0"/>
                </a:endParaRPr>
              </a:p>
            </p:txBody>
          </p:sp>
        </mc:Choice>
        <mc:Fallback xmlns="">
          <p:sp>
            <p:nvSpPr>
              <p:cNvPr id="11" name="TextBox 10">
                <a:extLst>
                  <a:ext uri="{FF2B5EF4-FFF2-40B4-BE49-F238E27FC236}">
                    <a16:creationId xmlns:a16="http://schemas.microsoft.com/office/drawing/2014/main" id="{2D9A8BD9-095F-8233-7FE0-B6CC862D898C}"/>
                  </a:ext>
                </a:extLst>
              </p:cNvPr>
              <p:cNvSpPr txBox="1">
                <a:spLocks noRot="1" noChangeAspect="1" noMove="1" noResize="1" noEditPoints="1" noAdjustHandles="1" noChangeArrowheads="1" noChangeShapeType="1" noTextEdit="1"/>
              </p:cNvSpPr>
              <p:nvPr/>
            </p:nvSpPr>
            <p:spPr>
              <a:xfrm>
                <a:off x="5322736" y="4472552"/>
                <a:ext cx="3675386" cy="523220"/>
              </a:xfrm>
              <a:prstGeom prst="rect">
                <a:avLst/>
              </a:prstGeom>
              <a:blipFill>
                <a:blip r:embed="rId3"/>
                <a:stretch>
                  <a:fillRect l="-498" t="-2326"/>
                </a:stretch>
              </a:blipFill>
              <a:ln w="38100">
                <a:noFill/>
                <a:prstDash val="solid"/>
              </a:ln>
            </p:spPr>
            <p:txBody>
              <a:bodyPr/>
              <a:lstStyle/>
              <a:p>
                <a:r>
                  <a:rPr lang="en-US">
                    <a:noFill/>
                  </a:rPr>
                  <a:t> </a:t>
                </a:r>
              </a:p>
            </p:txBody>
          </p:sp>
        </mc:Fallback>
      </mc:AlternateContent>
    </p:spTree>
    <p:extLst>
      <p:ext uri="{BB962C8B-B14F-4D97-AF65-F5344CB8AC3E}">
        <p14:creationId xmlns:p14="http://schemas.microsoft.com/office/powerpoint/2010/main" val="30258224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56">
          <a:extLst>
            <a:ext uri="{FF2B5EF4-FFF2-40B4-BE49-F238E27FC236}">
              <a16:creationId xmlns:a16="http://schemas.microsoft.com/office/drawing/2014/main" id="{577FA0B1-777A-ABB6-1BE1-965D083067F0}"/>
            </a:ext>
          </a:extLst>
        </p:cNvPr>
        <p:cNvGrpSpPr/>
        <p:nvPr/>
      </p:nvGrpSpPr>
      <p:grpSpPr>
        <a:xfrm>
          <a:off x="0" y="0"/>
          <a:ext cx="0" cy="0"/>
          <a:chOff x="0" y="0"/>
          <a:chExt cx="0" cy="0"/>
        </a:xfrm>
      </p:grpSpPr>
      <p:sp>
        <p:nvSpPr>
          <p:cNvPr id="457" name="Google Shape;457;p46">
            <a:extLst>
              <a:ext uri="{FF2B5EF4-FFF2-40B4-BE49-F238E27FC236}">
                <a16:creationId xmlns:a16="http://schemas.microsoft.com/office/drawing/2014/main" id="{03DCF28C-DB8A-9B37-BBDB-0FEF39DA8211}"/>
              </a:ext>
            </a:extLst>
          </p:cNvPr>
          <p:cNvSpPr txBox="1">
            <a:spLocks noGrp="1"/>
          </p:cNvSpPr>
          <p:nvPr>
            <p:ph type="title"/>
          </p:nvPr>
        </p:nvSpPr>
        <p:spPr>
          <a:xfrm>
            <a:off x="713225" y="445025"/>
            <a:ext cx="7717500" cy="572700"/>
          </a:xfrm>
        </p:spPr>
        <p:txBody>
          <a:bodyPr spcFirstLastPara="1" wrap="square" lIns="91425" tIns="91425" rIns="91425" bIns="91425" anchor="ctr" anchorCtr="0">
            <a:normAutofit/>
          </a:bodyPr>
          <a:lstStyle/>
          <a:p>
            <a:pPr>
              <a:lnSpc>
                <a:spcPct val="105000"/>
              </a:lnSpc>
            </a:pPr>
            <a:r>
              <a:rPr lang="en-US" sz="2400"/>
              <a:t>Flight</a:t>
            </a:r>
            <a:r>
              <a:rPr lang="de" sz="2400"/>
              <a:t> Phase Planning</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B901C610-08AA-02F3-F519-4A7EA25459D9}"/>
                  </a:ext>
                </a:extLst>
              </p:cNvPr>
              <p:cNvSpPr txBox="1"/>
              <p:nvPr/>
            </p:nvSpPr>
            <p:spPr>
              <a:xfrm>
                <a:off x="713225" y="1208225"/>
                <a:ext cx="3668250" cy="3264408"/>
              </a:xfrm>
              <a:prstGeom prst="rect">
                <a:avLst/>
              </a:prstGeom>
              <a:noFill/>
              <a:ln>
                <a:noFill/>
              </a:ln>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Aft>
                    <a:spcPts val="600"/>
                  </a:spcAft>
                </a:pPr>
                <a:r>
                  <a:rPr lang="en-US" sz="1100" b="0" i="0" u="none" strike="noStrike" cap="none" dirty="0">
                    <a:solidFill>
                      <a:schemeClr val="dk1"/>
                    </a:solidFill>
                  </a:rPr>
                  <a:t>Objective: Ensure maximum obstacle clearance and prepare for a stable touchdown.</a:t>
                </a:r>
              </a:p>
              <a:p>
                <a:pPr>
                  <a:lnSpc>
                    <a:spcPct val="90000"/>
                  </a:lnSpc>
                  <a:spcAft>
                    <a:spcPts val="600"/>
                  </a:spcAft>
                </a:pPr>
                <a:r>
                  <a:rPr lang="en-US" sz="1100" b="0" i="0" u="none" strike="noStrike" cap="none" dirty="0">
                    <a:solidFill>
                      <a:schemeClr val="dk1"/>
                    </a:solidFill>
                  </a:rPr>
                  <a:t>The Strategy:</a:t>
                </a:r>
              </a:p>
              <a:p>
                <a:pPr marL="285750" indent="-285750">
                  <a:lnSpc>
                    <a:spcPct val="90000"/>
                  </a:lnSpc>
                  <a:spcAft>
                    <a:spcPts val="600"/>
                  </a:spcAft>
                  <a:buFont typeface="Arial"/>
                  <a:buChar char="•"/>
                </a:pPr>
                <a:r>
                  <a:rPr lang="en-US" sz="1100" b="0" i="0" u="none" strike="noStrike" cap="none" dirty="0">
                    <a:solidFill>
                      <a:schemeClr val="dk1"/>
                    </a:solidFill>
                  </a:rPr>
                  <a:t>No Ground contact forces </a:t>
                </a:r>
                <a14:m>
                  <m:oMath xmlns:m="http://schemas.openxmlformats.org/officeDocument/2006/math">
                    <m:r>
                      <a:rPr lang="en-US" altLang="en-US" sz="1100" b="0" i="0" u="none" strike="noStrike" cap="none">
                        <a:solidFill>
                          <a:schemeClr val="dk1"/>
                        </a:solidFill>
                        <a:latin typeface="Cambria Math" panose="02040503050406030204" pitchFamily="18" charset="0"/>
                      </a:rPr>
                      <m:t>(</m:t>
                    </m:r>
                    <m:sSup>
                      <m:sSupPr>
                        <m:ctrlPr>
                          <a:rPr lang="en-US" altLang="en-US" sz="1100" b="0" i="1" u="none" strike="noStrike" cap="none">
                            <a:solidFill>
                              <a:schemeClr val="dk1"/>
                            </a:solidFill>
                            <a:latin typeface="Cambria Math" panose="02040503050406030204" pitchFamily="18" charset="0"/>
                          </a:rPr>
                        </m:ctrlPr>
                      </m:sSupPr>
                      <m:e>
                        <m:r>
                          <a:rPr lang="en-US" altLang="en-US" sz="1100" b="0" i="0" u="none" strike="noStrike" cap="none">
                            <a:solidFill>
                              <a:schemeClr val="dk1"/>
                            </a:solidFill>
                            <a:latin typeface="Cambria Math" panose="02040503050406030204" pitchFamily="18" charset="0"/>
                          </a:rPr>
                          <m:t>𝜙</m:t>
                        </m:r>
                      </m:e>
                      <m:sup>
                        <m:r>
                          <a:rPr lang="en-US" altLang="en-US" sz="1100" b="0" i="0" u="none" strike="noStrike" cap="none">
                            <a:solidFill>
                              <a:schemeClr val="dk1"/>
                            </a:solidFill>
                            <a:latin typeface="Cambria Math" panose="02040503050406030204" pitchFamily="18" charset="0"/>
                          </a:rPr>
                          <m:t>𝑇</m:t>
                        </m:r>
                      </m:sup>
                    </m:sSup>
                    <m:r>
                      <a:rPr lang="en-US" altLang="en-US" sz="1100" b="0" i="0" u="none" strike="noStrike" cap="none">
                        <a:solidFill>
                          <a:schemeClr val="dk1"/>
                        </a:solidFill>
                        <a:latin typeface="Cambria Math" panose="02040503050406030204" pitchFamily="18" charset="0"/>
                      </a:rPr>
                      <m:t>(</m:t>
                    </m:r>
                    <m:r>
                      <a:rPr lang="en-US" altLang="en-US" sz="1100" b="0" i="0" u="none" strike="noStrike" cap="none">
                        <a:solidFill>
                          <a:schemeClr val="dk1"/>
                        </a:solidFill>
                        <a:latin typeface="Cambria Math" panose="02040503050406030204" pitchFamily="18" charset="0"/>
                      </a:rPr>
                      <m:t>𝑞</m:t>
                    </m:r>
                    <m:r>
                      <a:rPr lang="en-US" altLang="en-US" sz="1100" b="0" i="0" u="none" strike="noStrike" cap="none">
                        <a:solidFill>
                          <a:schemeClr val="dk1"/>
                        </a:solidFill>
                        <a:latin typeface="Cambria Math" panose="02040503050406030204" pitchFamily="18" charset="0"/>
                      </a:rPr>
                      <m:t>)</m:t>
                    </m:r>
                    <m:r>
                      <a:rPr lang="en-US" altLang="en-US" sz="1100" b="0" i="0" u="none" strike="noStrike" cap="none">
                        <a:solidFill>
                          <a:schemeClr val="dk1"/>
                        </a:solidFill>
                        <a:latin typeface="Cambria Math" panose="02040503050406030204" pitchFamily="18" charset="0"/>
                      </a:rPr>
                      <m:t>𝜆</m:t>
                    </m:r>
                    <m:r>
                      <a:rPr lang="en-US" altLang="en-US" sz="1100" b="0" i="0" u="none" strike="noStrike" cap="none">
                        <a:solidFill>
                          <a:schemeClr val="dk1"/>
                        </a:solidFill>
                        <a:latin typeface="Cambria Math" panose="02040503050406030204" pitchFamily="18" charset="0"/>
                      </a:rPr>
                      <m:t>= 0).</m:t>
                    </m:r>
                  </m:oMath>
                </a14:m>
                <a:r>
                  <a:rPr lang="en-US" sz="1100" b="0" i="0" u="none" strike="noStrike" cap="none" dirty="0">
                    <a:solidFill>
                      <a:schemeClr val="dk1"/>
                    </a:solidFill>
                  </a:rPr>
                  <a:t> </a:t>
                </a:r>
              </a:p>
              <a:p>
                <a:pPr marL="285750" indent="-285750">
                  <a:lnSpc>
                    <a:spcPct val="90000"/>
                  </a:lnSpc>
                  <a:spcAft>
                    <a:spcPts val="600"/>
                  </a:spcAft>
                  <a:buFont typeface="Arial"/>
                  <a:buChar char="•"/>
                </a:pPr>
                <a:r>
                  <a:rPr lang="en-US" sz="1100" b="0" i="0" u="none" strike="noStrike" cap="none" dirty="0">
                    <a:solidFill>
                      <a:schemeClr val="dk1"/>
                    </a:solidFill>
                  </a:rPr>
                  <a:t>Center of Mass follows a strict ballistic trajectory determined entirely by take-off velocity. </a:t>
                </a:r>
              </a:p>
              <a:p>
                <a:pPr marL="285750" indent="-285750">
                  <a:lnSpc>
                    <a:spcPct val="90000"/>
                  </a:lnSpc>
                  <a:spcAft>
                    <a:spcPts val="600"/>
                  </a:spcAft>
                  <a:buFont typeface="Arial"/>
                  <a:buChar char="•"/>
                </a:pPr>
                <a:r>
                  <a:rPr lang="en-US" sz="1100" b="0" i="0" u="none" strike="noStrike" cap="none" dirty="0">
                    <a:solidFill>
                      <a:schemeClr val="dk1"/>
                    </a:solidFill>
                  </a:rPr>
                  <a:t>Angular momentum is conserved: </a:t>
                </a:r>
                <a14:m>
                  <m:oMath xmlns:m="http://schemas.openxmlformats.org/officeDocument/2006/math">
                    <m:f>
                      <m:fPr>
                        <m:ctrlPr>
                          <a:rPr lang="en-US" sz="1100" b="0" i="1" u="none" strike="noStrike" cap="none">
                            <a:solidFill>
                              <a:schemeClr val="dk1"/>
                            </a:solidFill>
                            <a:latin typeface="Cambria Math" panose="02040503050406030204" pitchFamily="18" charset="0"/>
                          </a:rPr>
                        </m:ctrlPr>
                      </m:fPr>
                      <m:num>
                        <m:r>
                          <a:rPr lang="en-US" sz="1100" b="0" i="0" u="none" strike="noStrike" cap="none">
                            <a:solidFill>
                              <a:schemeClr val="dk1"/>
                            </a:solidFill>
                            <a:latin typeface="Cambria Math" panose="02040503050406030204" pitchFamily="18" charset="0"/>
                          </a:rPr>
                          <m:t>𝑑</m:t>
                        </m:r>
                      </m:num>
                      <m:den>
                        <m:r>
                          <a:rPr lang="en-US" sz="1100" b="0" i="0" u="none" strike="noStrike" cap="none">
                            <a:solidFill>
                              <a:schemeClr val="dk1"/>
                            </a:solidFill>
                            <a:latin typeface="Cambria Math" panose="02040503050406030204" pitchFamily="18" charset="0"/>
                          </a:rPr>
                          <m:t>𝑑𝑡</m:t>
                        </m:r>
                      </m:den>
                    </m:f>
                    <m:d>
                      <m:dPr>
                        <m:ctrlPr>
                          <a:rPr lang="en-US" sz="1100" b="0" i="1" u="none" strike="noStrike" cap="none">
                            <a:solidFill>
                              <a:schemeClr val="dk1"/>
                            </a:solidFill>
                            <a:latin typeface="Cambria Math" panose="02040503050406030204" pitchFamily="18" charset="0"/>
                          </a:rPr>
                        </m:ctrlPr>
                      </m:dPr>
                      <m:e>
                        <m:r>
                          <a:rPr lang="en-US" sz="1100" b="0" i="0" u="none" strike="noStrike" cap="none">
                            <a:solidFill>
                              <a:schemeClr val="dk1"/>
                            </a:solidFill>
                            <a:latin typeface="Cambria Math" panose="02040503050406030204" pitchFamily="18" charset="0"/>
                          </a:rPr>
                          <m:t>ℒ</m:t>
                        </m:r>
                        <m:acc>
                          <m:accPr>
                            <m:chr m:val="̇"/>
                            <m:ctrlPr>
                              <a:rPr lang="en-US" sz="1100" b="0" i="1" u="none" strike="noStrike" cap="none">
                                <a:solidFill>
                                  <a:schemeClr val="dk1"/>
                                </a:solidFill>
                                <a:latin typeface="Cambria Math" panose="02040503050406030204" pitchFamily="18" charset="0"/>
                              </a:rPr>
                            </m:ctrlPr>
                          </m:accPr>
                          <m:e>
                            <m:r>
                              <a:rPr lang="en-US" sz="1100" b="0" i="0" u="none" strike="noStrike" cap="none">
                                <a:solidFill>
                                  <a:schemeClr val="dk1"/>
                                </a:solidFill>
                                <a:latin typeface="Cambria Math" panose="02040503050406030204" pitchFamily="18" charset="0"/>
                              </a:rPr>
                              <m:t>𝜃</m:t>
                            </m:r>
                          </m:e>
                        </m:acc>
                      </m:e>
                    </m:d>
                    <m:r>
                      <a:rPr lang="en-US" sz="1100" b="0" i="0" u="none" strike="noStrike" cap="none">
                        <a:solidFill>
                          <a:schemeClr val="dk1"/>
                        </a:solidFill>
                        <a:latin typeface="Cambria Math" panose="02040503050406030204" pitchFamily="18" charset="0"/>
                      </a:rPr>
                      <m:t>=0</m:t>
                    </m:r>
                  </m:oMath>
                </a14:m>
                <a:endParaRPr lang="en-US" sz="1100" b="0" i="0" u="none" strike="noStrike" cap="none" dirty="0">
                  <a:solidFill>
                    <a:schemeClr val="dk1"/>
                  </a:solidFill>
                </a:endParaRPr>
              </a:p>
              <a:p>
                <a:pPr>
                  <a:lnSpc>
                    <a:spcPct val="90000"/>
                  </a:lnSpc>
                  <a:spcAft>
                    <a:spcPts val="600"/>
                  </a:spcAft>
                </a:pPr>
                <a:endParaRPr lang="en-US" sz="1100" b="0" i="0" u="none" strike="noStrike" cap="none" dirty="0">
                  <a:solidFill>
                    <a:schemeClr val="dk1"/>
                  </a:solidFill>
                </a:endParaRPr>
              </a:p>
              <a:p>
                <a:pPr>
                  <a:lnSpc>
                    <a:spcPct val="90000"/>
                  </a:lnSpc>
                  <a:spcAft>
                    <a:spcPts val="600"/>
                  </a:spcAft>
                </a:pPr>
                <a:r>
                  <a:rPr lang="en-US" sz="1100" b="0" i="0" u="none" strike="noStrike" cap="none" dirty="0">
                    <a:solidFill>
                      <a:schemeClr val="dk1"/>
                    </a:solidFill>
                  </a:rPr>
                  <a:t>Optimization:</a:t>
                </a:r>
              </a:p>
              <a:p>
                <a:pPr marL="171450" indent="-171450">
                  <a:lnSpc>
                    <a:spcPct val="90000"/>
                  </a:lnSpc>
                  <a:spcAft>
                    <a:spcPts val="600"/>
                  </a:spcAft>
                  <a:buFont typeface="Arial"/>
                  <a:buChar char="•"/>
                </a:pPr>
                <a:r>
                  <a:rPr lang="en-US" sz="1100" b="0" i="0" u="none" strike="noStrike" cap="none" dirty="0">
                    <a:solidFill>
                      <a:schemeClr val="dk1"/>
                    </a:solidFill>
                  </a:rPr>
                  <a:t>With trajectory and rotation locked by physics, only one Degree of Freedom remains: Leg Length (L)</a:t>
                </a:r>
              </a:p>
              <a:p>
                <a:pPr marL="171450" indent="-171450">
                  <a:lnSpc>
                    <a:spcPct val="90000"/>
                  </a:lnSpc>
                  <a:spcAft>
                    <a:spcPts val="600"/>
                  </a:spcAft>
                  <a:buFont typeface="Arial"/>
                  <a:buChar char="•"/>
                </a:pPr>
                <a:r>
                  <a:rPr lang="en-US" sz="1100" dirty="0">
                    <a:solidFill>
                      <a:schemeClr val="dk1"/>
                    </a:solidFill>
                  </a:rPr>
                  <a:t>Quadratic programming is used to guarantee maximum obstacle clearance and safe extension for touchdown</a:t>
                </a:r>
              </a:p>
            </p:txBody>
          </p:sp>
        </mc:Choice>
        <mc:Fallback>
          <p:sp>
            <p:nvSpPr>
              <p:cNvPr id="4" name="TextBox 3">
                <a:extLst>
                  <a:ext uri="{FF2B5EF4-FFF2-40B4-BE49-F238E27FC236}">
                    <a16:creationId xmlns:a16="http://schemas.microsoft.com/office/drawing/2014/main" id="{B901C610-08AA-02F3-F519-4A7EA25459D9}"/>
                  </a:ext>
                </a:extLst>
              </p:cNvPr>
              <p:cNvSpPr txBox="1">
                <a:spLocks noRot="1" noChangeAspect="1" noMove="1" noResize="1" noEditPoints="1" noAdjustHandles="1" noChangeArrowheads="1" noChangeShapeType="1" noTextEdit="1"/>
              </p:cNvSpPr>
              <p:nvPr/>
            </p:nvSpPr>
            <p:spPr>
              <a:xfrm>
                <a:off x="713225" y="1208225"/>
                <a:ext cx="3668250" cy="3264408"/>
              </a:xfrm>
              <a:prstGeom prst="rect">
                <a:avLst/>
              </a:prstGeom>
              <a:blipFill>
                <a:blip r:embed="rId3"/>
                <a:stretch>
                  <a:fillRect t="-560"/>
                </a:stretch>
              </a:blipFill>
              <a:ln>
                <a:noFill/>
              </a:ln>
            </p:spPr>
            <p:txBody>
              <a:bodyPr/>
              <a:lstStyle/>
              <a:p>
                <a:r>
                  <a:rPr lang="en-US">
                    <a:noFill/>
                  </a:rPr>
                  <a:t> </a:t>
                </a:r>
              </a:p>
            </p:txBody>
          </p:sp>
        </mc:Fallback>
      </mc:AlternateContent>
      <p:pic>
        <p:nvPicPr>
          <p:cNvPr id="6" name="Picture 5">
            <a:extLst>
              <a:ext uri="{FF2B5EF4-FFF2-40B4-BE49-F238E27FC236}">
                <a16:creationId xmlns:a16="http://schemas.microsoft.com/office/drawing/2014/main" id="{97D8CCCA-D2C4-E05A-F690-5CE78B1B8394}"/>
              </a:ext>
            </a:extLst>
          </p:cNvPr>
          <p:cNvPicPr>
            <a:picLocks noChangeAspect="1"/>
          </p:cNvPicPr>
          <p:nvPr/>
        </p:nvPicPr>
        <p:blipFill>
          <a:blip r:embed="rId4"/>
          <a:srcRect t="564" r="1" b="1"/>
          <a:stretch>
            <a:fillRect/>
          </a:stretch>
        </p:blipFill>
        <p:spPr>
          <a:xfrm>
            <a:off x="5628618" y="537386"/>
            <a:ext cx="2802107" cy="2493620"/>
          </a:xfrm>
          <a:prstGeom prst="rect">
            <a:avLst/>
          </a:prstGeom>
          <a:noFill/>
          <a:ln>
            <a:noFill/>
          </a:ln>
        </p:spPr>
      </p:pic>
      <p:pic>
        <p:nvPicPr>
          <p:cNvPr id="3" name="Picture 2">
            <a:extLst>
              <a:ext uri="{FF2B5EF4-FFF2-40B4-BE49-F238E27FC236}">
                <a16:creationId xmlns:a16="http://schemas.microsoft.com/office/drawing/2014/main" id="{714BB943-05A0-9E50-07FC-1E7340E89886}"/>
              </a:ext>
            </a:extLst>
          </p:cNvPr>
          <p:cNvPicPr>
            <a:picLocks noChangeAspect="1"/>
          </p:cNvPicPr>
          <p:nvPr/>
        </p:nvPicPr>
        <p:blipFill>
          <a:blip r:embed="rId5"/>
          <a:stretch>
            <a:fillRect/>
          </a:stretch>
        </p:blipFill>
        <p:spPr>
          <a:xfrm>
            <a:off x="4578500" y="3247242"/>
            <a:ext cx="3852225" cy="1514255"/>
          </a:xfrm>
          <a:prstGeom prst="rect">
            <a:avLst/>
          </a:prstGeom>
        </p:spPr>
      </p:pic>
    </p:spTree>
    <p:extLst>
      <p:ext uri="{BB962C8B-B14F-4D97-AF65-F5344CB8AC3E}">
        <p14:creationId xmlns:p14="http://schemas.microsoft.com/office/powerpoint/2010/main" val="153611263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7" grpId="0"/>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38">
          <a:extLst>
            <a:ext uri="{FF2B5EF4-FFF2-40B4-BE49-F238E27FC236}">
              <a16:creationId xmlns:a16="http://schemas.microsoft.com/office/drawing/2014/main" id="{7B4C7D49-E27F-C333-B168-4EECBCE23213}"/>
            </a:ext>
          </a:extLst>
        </p:cNvPr>
        <p:cNvGrpSpPr/>
        <p:nvPr/>
      </p:nvGrpSpPr>
      <p:grpSpPr>
        <a:xfrm>
          <a:off x="0" y="0"/>
          <a:ext cx="0" cy="0"/>
          <a:chOff x="0" y="0"/>
          <a:chExt cx="0" cy="0"/>
        </a:xfrm>
      </p:grpSpPr>
      <p:sp>
        <p:nvSpPr>
          <p:cNvPr id="439" name="Google Shape;439;p44">
            <a:extLst>
              <a:ext uri="{FF2B5EF4-FFF2-40B4-BE49-F238E27FC236}">
                <a16:creationId xmlns:a16="http://schemas.microsoft.com/office/drawing/2014/main" id="{FA16135C-CB4F-53EE-8B6B-08DF8E1124C5}"/>
              </a:ext>
            </a:extLst>
          </p:cNvPr>
          <p:cNvSpPr txBox="1">
            <a:spLocks noGrp="1"/>
          </p:cNvSpPr>
          <p:nvPr>
            <p:ph type="title"/>
          </p:nvPr>
        </p:nvSpPr>
        <p:spPr>
          <a:xfrm>
            <a:off x="1902336" y="2470238"/>
            <a:ext cx="5067600" cy="1047000"/>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de" sz="2800" dirty="0"/>
              <a:t>MATHEMATICAL MOTION PLANNING</a:t>
            </a:r>
            <a:endParaRPr sz="2800" dirty="0"/>
          </a:p>
        </p:txBody>
      </p:sp>
      <p:sp>
        <p:nvSpPr>
          <p:cNvPr id="440" name="Google Shape;440;p44">
            <a:extLst>
              <a:ext uri="{FF2B5EF4-FFF2-40B4-BE49-F238E27FC236}">
                <a16:creationId xmlns:a16="http://schemas.microsoft.com/office/drawing/2014/main" id="{7669CB2A-49CB-51CD-B11B-B7529A477E63}"/>
              </a:ext>
            </a:extLst>
          </p:cNvPr>
          <p:cNvSpPr txBox="1">
            <a:spLocks noGrp="1"/>
          </p:cNvSpPr>
          <p:nvPr>
            <p:ph type="title" idx="2"/>
          </p:nvPr>
        </p:nvSpPr>
        <p:spPr>
          <a:xfrm>
            <a:off x="2042402" y="1436575"/>
            <a:ext cx="1995000" cy="915900"/>
          </a:xfrm>
          <a:prstGeom prst="rect">
            <a:avLst/>
          </a:prstGeom>
        </p:spPr>
        <p:txBody>
          <a:bodyPr spcFirstLastPara="1" wrap="square" lIns="91425" tIns="91425" rIns="91425" bIns="0" anchor="ctr" anchorCtr="0">
            <a:noAutofit/>
          </a:bodyPr>
          <a:lstStyle/>
          <a:p>
            <a:pPr marL="0" lvl="0" indent="0" algn="ctr" rtl="0">
              <a:spcBef>
                <a:spcPts val="0"/>
              </a:spcBef>
              <a:spcAft>
                <a:spcPts val="0"/>
              </a:spcAft>
              <a:buNone/>
            </a:pPr>
            <a:r>
              <a:rPr lang="de" dirty="0"/>
              <a:t>03</a:t>
            </a:r>
            <a:endParaRPr dirty="0"/>
          </a:p>
        </p:txBody>
      </p:sp>
      <p:pic>
        <p:nvPicPr>
          <p:cNvPr id="442" name="Google Shape;442;p44">
            <a:extLst>
              <a:ext uri="{FF2B5EF4-FFF2-40B4-BE49-F238E27FC236}">
                <a16:creationId xmlns:a16="http://schemas.microsoft.com/office/drawing/2014/main" id="{333EFEE1-74AE-67BD-C349-A35BA4D9D34A}"/>
              </a:ext>
            </a:extLst>
          </p:cNvPr>
          <p:cNvPicPr preferRelativeResize="0"/>
          <p:nvPr/>
        </p:nvPicPr>
        <p:blipFill rotWithShape="1">
          <a:blip r:embed="rId3">
            <a:alphaModFix/>
          </a:blip>
          <a:srcRect t="19097" r="5042" b="2954"/>
          <a:stretch/>
        </p:blipFill>
        <p:spPr>
          <a:xfrm flipH="1">
            <a:off x="4037238" y="1481775"/>
            <a:ext cx="3716124" cy="958849"/>
          </a:xfrm>
          <a:prstGeom prst="rect">
            <a:avLst/>
          </a:prstGeom>
          <a:noFill/>
          <a:ln>
            <a:noFill/>
          </a:ln>
        </p:spPr>
      </p:pic>
      <p:grpSp>
        <p:nvGrpSpPr>
          <p:cNvPr id="443" name="Google Shape;443;p44">
            <a:extLst>
              <a:ext uri="{FF2B5EF4-FFF2-40B4-BE49-F238E27FC236}">
                <a16:creationId xmlns:a16="http://schemas.microsoft.com/office/drawing/2014/main" id="{3410F5F4-07C3-70DD-5016-FA1682192B16}"/>
              </a:ext>
            </a:extLst>
          </p:cNvPr>
          <p:cNvGrpSpPr/>
          <p:nvPr/>
        </p:nvGrpSpPr>
        <p:grpSpPr>
          <a:xfrm>
            <a:off x="8400" y="69700"/>
            <a:ext cx="9135601" cy="5004101"/>
            <a:chOff x="8400" y="69700"/>
            <a:chExt cx="9135601" cy="5004101"/>
          </a:xfrm>
        </p:grpSpPr>
        <p:pic>
          <p:nvPicPr>
            <p:cNvPr id="444" name="Google Shape;444;p44">
              <a:extLst>
                <a:ext uri="{FF2B5EF4-FFF2-40B4-BE49-F238E27FC236}">
                  <a16:creationId xmlns:a16="http://schemas.microsoft.com/office/drawing/2014/main" id="{6815697C-D7C9-DC07-5648-5B6C58158B0B}"/>
                </a:ext>
              </a:extLst>
            </p:cNvPr>
            <p:cNvPicPr preferRelativeResize="0"/>
            <p:nvPr/>
          </p:nvPicPr>
          <p:blipFill rotWithShape="1">
            <a:blip r:embed="rId4">
              <a:alphaModFix/>
            </a:blip>
            <a:srcRect t="1400" r="83036" b="-1400"/>
            <a:stretch/>
          </p:blipFill>
          <p:spPr>
            <a:xfrm>
              <a:off x="8010525" y="69700"/>
              <a:ext cx="1133476" cy="5004101"/>
            </a:xfrm>
            <a:prstGeom prst="rect">
              <a:avLst/>
            </a:prstGeom>
            <a:noFill/>
            <a:ln>
              <a:noFill/>
            </a:ln>
          </p:spPr>
        </p:pic>
        <p:pic>
          <p:nvPicPr>
            <p:cNvPr id="445" name="Google Shape;445;p44">
              <a:extLst>
                <a:ext uri="{FF2B5EF4-FFF2-40B4-BE49-F238E27FC236}">
                  <a16:creationId xmlns:a16="http://schemas.microsoft.com/office/drawing/2014/main" id="{E08F0AE7-ED4A-B29A-9F4C-7087AEAF53D0}"/>
                </a:ext>
              </a:extLst>
            </p:cNvPr>
            <p:cNvPicPr preferRelativeResize="0"/>
            <p:nvPr/>
          </p:nvPicPr>
          <p:blipFill rotWithShape="1">
            <a:blip r:embed="rId4">
              <a:alphaModFix/>
            </a:blip>
            <a:srcRect t="1400" r="83036" b="-1400"/>
            <a:stretch/>
          </p:blipFill>
          <p:spPr>
            <a:xfrm rot="10800000">
              <a:off x="8400" y="69700"/>
              <a:ext cx="1133476" cy="5004101"/>
            </a:xfrm>
            <a:prstGeom prst="rect">
              <a:avLst/>
            </a:prstGeom>
            <a:noFill/>
            <a:ln>
              <a:noFill/>
            </a:ln>
          </p:spPr>
        </p:pic>
      </p:grpSp>
    </p:spTree>
    <p:extLst>
      <p:ext uri="{BB962C8B-B14F-4D97-AF65-F5344CB8AC3E}">
        <p14:creationId xmlns:p14="http://schemas.microsoft.com/office/powerpoint/2010/main" val="6495278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07">
          <a:extLst>
            <a:ext uri="{FF2B5EF4-FFF2-40B4-BE49-F238E27FC236}">
              <a16:creationId xmlns:a16="http://schemas.microsoft.com/office/drawing/2014/main" id="{2664202B-F92E-4D8B-4C96-36E8869CB3EA}"/>
            </a:ext>
          </a:extLst>
        </p:cNvPr>
        <p:cNvGrpSpPr/>
        <p:nvPr/>
      </p:nvGrpSpPr>
      <p:grpSpPr>
        <a:xfrm>
          <a:off x="0" y="0"/>
          <a:ext cx="0" cy="0"/>
          <a:chOff x="0" y="0"/>
          <a:chExt cx="0" cy="0"/>
        </a:xfrm>
      </p:grpSpPr>
      <p:sp>
        <p:nvSpPr>
          <p:cNvPr id="408" name="Google Shape;408;p42">
            <a:extLst>
              <a:ext uri="{FF2B5EF4-FFF2-40B4-BE49-F238E27FC236}">
                <a16:creationId xmlns:a16="http://schemas.microsoft.com/office/drawing/2014/main" id="{BEF0B7EE-5673-0784-793A-673129F6B06F}"/>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 dirty="0"/>
              <a:t>Underactuated W-SLIP Model</a:t>
            </a:r>
            <a:endParaRPr dirty="0"/>
          </a:p>
        </p:txBody>
      </p:sp>
      <p:sp>
        <p:nvSpPr>
          <p:cNvPr id="409" name="Google Shape;409;p42">
            <a:extLst>
              <a:ext uri="{FF2B5EF4-FFF2-40B4-BE49-F238E27FC236}">
                <a16:creationId xmlns:a16="http://schemas.microsoft.com/office/drawing/2014/main" id="{7C3DAAB1-DDC7-96A3-2434-BCC6F3E41047}"/>
              </a:ext>
            </a:extLst>
          </p:cNvPr>
          <p:cNvSpPr txBox="1">
            <a:spLocks noGrp="1"/>
          </p:cNvSpPr>
          <p:nvPr>
            <p:ph type="subTitle" idx="13"/>
          </p:nvPr>
        </p:nvSpPr>
        <p:spPr>
          <a:xfrm>
            <a:off x="3158400" y="2468106"/>
            <a:ext cx="28383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 dirty="0"/>
              <a:t>Solution</a:t>
            </a:r>
            <a:endParaRPr dirty="0"/>
          </a:p>
        </p:txBody>
      </p:sp>
      <p:sp>
        <p:nvSpPr>
          <p:cNvPr id="410" name="Google Shape;410;p42">
            <a:extLst>
              <a:ext uri="{FF2B5EF4-FFF2-40B4-BE49-F238E27FC236}">
                <a16:creationId xmlns:a16="http://schemas.microsoft.com/office/drawing/2014/main" id="{63E4115E-9F63-AB6C-FD46-FCFB4B47006D}"/>
              </a:ext>
            </a:extLst>
          </p:cNvPr>
          <p:cNvSpPr txBox="1">
            <a:spLocks noGrp="1"/>
          </p:cNvSpPr>
          <p:nvPr>
            <p:ph type="subTitle" idx="1"/>
          </p:nvPr>
        </p:nvSpPr>
        <p:spPr>
          <a:xfrm>
            <a:off x="442909" y="2876705"/>
            <a:ext cx="28383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 sz="1200" dirty="0"/>
              <a:t>Dynamics are non-linear and complex, resulting in a computationally heavy number of variables</a:t>
            </a:r>
            <a:endParaRPr sz="1200" dirty="0"/>
          </a:p>
        </p:txBody>
      </p:sp>
      <mc:AlternateContent xmlns:mc="http://schemas.openxmlformats.org/markup-compatibility/2006" xmlns:a14="http://schemas.microsoft.com/office/drawing/2010/main">
        <mc:Choice Requires="a14">
          <p:sp>
            <p:nvSpPr>
              <p:cNvPr id="411" name="Google Shape;411;p42">
                <a:extLst>
                  <a:ext uri="{FF2B5EF4-FFF2-40B4-BE49-F238E27FC236}">
                    <a16:creationId xmlns:a16="http://schemas.microsoft.com/office/drawing/2014/main" id="{30B1BA6F-917C-3F29-B177-F695F113FC92}"/>
                  </a:ext>
                </a:extLst>
              </p:cNvPr>
              <p:cNvSpPr txBox="1">
                <a:spLocks noGrp="1"/>
              </p:cNvSpPr>
              <p:nvPr>
                <p:ph type="subTitle" idx="2"/>
              </p:nvPr>
            </p:nvSpPr>
            <p:spPr>
              <a:xfrm>
                <a:off x="3158400" y="2876705"/>
                <a:ext cx="28383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 sz="1200" dirty="0"/>
                  <a:t>After simplification of the system‘s dynamics x was recognized as independent of L and </a:t>
                </a:r>
                <a14:m>
                  <m:oMath xmlns:m="http://schemas.openxmlformats.org/officeDocument/2006/math">
                    <m:r>
                      <a:rPr lang="de" sz="1200" i="1" smtClean="0">
                        <a:latin typeface="Cambria Math" panose="02040503050406030204" pitchFamily="18" charset="0"/>
                        <a:ea typeface="Cambria Math" panose="02040503050406030204" pitchFamily="18" charset="0"/>
                      </a:rPr>
                      <m:t>𝜃</m:t>
                    </m:r>
                  </m:oMath>
                </a14:m>
                <a:r>
                  <a:rPr lang="de" sz="1200" dirty="0"/>
                  <a:t> </a:t>
                </a:r>
              </a:p>
              <a:p>
                <a:pPr marL="0" lvl="0" indent="0" algn="l" rtl="0">
                  <a:spcBef>
                    <a:spcPts val="0"/>
                  </a:spcBef>
                  <a:spcAft>
                    <a:spcPts val="0"/>
                  </a:spcAft>
                  <a:buNone/>
                </a:pPr>
                <a:r>
                  <a:rPr lang="de" sz="1200" b="1" dirty="0"/>
                  <a:t>Differential Flatness </a:t>
                </a:r>
                <a:r>
                  <a:rPr lang="de" sz="1200" dirty="0"/>
                  <a:t>could then be established</a:t>
                </a:r>
                <a:endParaRPr sz="1200" dirty="0"/>
              </a:p>
            </p:txBody>
          </p:sp>
        </mc:Choice>
        <mc:Fallback xmlns="">
          <p:sp>
            <p:nvSpPr>
              <p:cNvPr id="411" name="Google Shape;411;p42">
                <a:extLst>
                  <a:ext uri="{FF2B5EF4-FFF2-40B4-BE49-F238E27FC236}">
                    <a16:creationId xmlns:a16="http://schemas.microsoft.com/office/drawing/2014/main" id="{30B1BA6F-917C-3F29-B177-F695F113FC92}"/>
                  </a:ext>
                </a:extLst>
              </p:cNvPr>
              <p:cNvSpPr txBox="1">
                <a:spLocks noGrp="1" noRot="1" noChangeAspect="1" noMove="1" noResize="1" noEditPoints="1" noAdjustHandles="1" noChangeArrowheads="1" noChangeShapeType="1" noTextEdit="1"/>
              </p:cNvSpPr>
              <p:nvPr>
                <p:ph type="subTitle" idx="2"/>
              </p:nvPr>
            </p:nvSpPr>
            <p:spPr>
              <a:xfrm>
                <a:off x="3158400" y="2876705"/>
                <a:ext cx="2838300" cy="572700"/>
              </a:xfrm>
              <a:prstGeom prst="rect">
                <a:avLst/>
              </a:prstGeom>
              <a:blipFill>
                <a:blip r:embed="rId3"/>
                <a:stretch>
                  <a:fillRect b="-11276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2" name="Google Shape;412;p42">
                <a:extLst>
                  <a:ext uri="{FF2B5EF4-FFF2-40B4-BE49-F238E27FC236}">
                    <a16:creationId xmlns:a16="http://schemas.microsoft.com/office/drawing/2014/main" id="{C8C72A17-FB63-E409-2CDE-A5EEB2C8E9E2}"/>
                  </a:ext>
                </a:extLst>
              </p:cNvPr>
              <p:cNvSpPr txBox="1">
                <a:spLocks noGrp="1"/>
              </p:cNvSpPr>
              <p:nvPr>
                <p:ph type="subTitle" idx="3"/>
              </p:nvPr>
            </p:nvSpPr>
            <p:spPr>
              <a:xfrm>
                <a:off x="5873891" y="2876705"/>
                <a:ext cx="2838300" cy="572700"/>
              </a:xfrm>
              <a:prstGeom prst="rect">
                <a:avLst/>
              </a:prstGeom>
            </p:spPr>
            <p:txBody>
              <a:bodyPr spcFirstLastPara="1" wrap="square" lIns="91425" tIns="91425" rIns="91425" bIns="91425" anchor="t" anchorCtr="0">
                <a:noAutofit/>
              </a:bodyPr>
              <a:lstStyle/>
              <a:p>
                <a:pPr marL="0" lvl="0" indent="0"/>
                <a:r>
                  <a:rPr lang="en-US" sz="1200" dirty="0"/>
                  <a:t>By isolating specific variables (leg length L and angle </a:t>
                </a:r>
                <a14:m>
                  <m:oMath xmlns:m="http://schemas.openxmlformats.org/officeDocument/2006/math">
                    <m:r>
                      <a:rPr lang="de" sz="1200" i="1">
                        <a:latin typeface="Cambria Math" panose="02040503050406030204" pitchFamily="18" charset="0"/>
                        <a:ea typeface="Cambria Math" panose="02040503050406030204" pitchFamily="18" charset="0"/>
                      </a:rPr>
                      <m:t>𝜃</m:t>
                    </m:r>
                    <m:r>
                      <a:rPr lang="de" sz="1200" i="1">
                        <a:latin typeface="Cambria Math" panose="02040503050406030204" pitchFamily="18" charset="0"/>
                        <a:ea typeface="Cambria Math" panose="02040503050406030204" pitchFamily="18" charset="0"/>
                      </a:rPr>
                      <m:t> </m:t>
                    </m:r>
                  </m:oMath>
                </a14:m>
                <a:r>
                  <a:rPr lang="en-US" sz="1200" dirty="0"/>
                  <a:t>the under-actuation is addressed implicitly, transforming the tangled system into a controllable straight line.</a:t>
                </a:r>
                <a:endParaRPr sz="1200" dirty="0"/>
              </a:p>
            </p:txBody>
          </p:sp>
        </mc:Choice>
        <mc:Fallback xmlns="">
          <p:sp>
            <p:nvSpPr>
              <p:cNvPr id="412" name="Google Shape;412;p42">
                <a:extLst>
                  <a:ext uri="{FF2B5EF4-FFF2-40B4-BE49-F238E27FC236}">
                    <a16:creationId xmlns:a16="http://schemas.microsoft.com/office/drawing/2014/main" id="{C8C72A17-FB63-E409-2CDE-A5EEB2C8E9E2}"/>
                  </a:ext>
                </a:extLst>
              </p:cNvPr>
              <p:cNvSpPr txBox="1">
                <a:spLocks noGrp="1" noRot="1" noChangeAspect="1" noMove="1" noResize="1" noEditPoints="1" noAdjustHandles="1" noChangeArrowheads="1" noChangeShapeType="1" noTextEdit="1"/>
              </p:cNvSpPr>
              <p:nvPr>
                <p:ph type="subTitle" idx="3"/>
              </p:nvPr>
            </p:nvSpPr>
            <p:spPr>
              <a:xfrm>
                <a:off x="5873891" y="2876705"/>
                <a:ext cx="2838300" cy="572700"/>
              </a:xfrm>
              <a:prstGeom prst="rect">
                <a:avLst/>
              </a:prstGeom>
              <a:blipFill>
                <a:blip r:embed="rId4"/>
                <a:stretch>
                  <a:fillRect l="-215" b="-112766"/>
                </a:stretch>
              </a:blipFill>
            </p:spPr>
            <p:txBody>
              <a:bodyPr/>
              <a:lstStyle/>
              <a:p>
                <a:r>
                  <a:rPr lang="en-US">
                    <a:noFill/>
                  </a:rPr>
                  <a:t> </a:t>
                </a:r>
              </a:p>
            </p:txBody>
          </p:sp>
        </mc:Fallback>
      </mc:AlternateContent>
      <p:sp>
        <p:nvSpPr>
          <p:cNvPr id="414" name="Google Shape;414;p42">
            <a:extLst>
              <a:ext uri="{FF2B5EF4-FFF2-40B4-BE49-F238E27FC236}">
                <a16:creationId xmlns:a16="http://schemas.microsoft.com/office/drawing/2014/main" id="{7CC3C2B3-4BB2-5BB3-D73E-B8600F4B8964}"/>
              </a:ext>
            </a:extLst>
          </p:cNvPr>
          <p:cNvSpPr txBox="1">
            <a:spLocks noGrp="1"/>
          </p:cNvSpPr>
          <p:nvPr>
            <p:ph type="subTitle" idx="9"/>
          </p:nvPr>
        </p:nvSpPr>
        <p:spPr>
          <a:xfrm>
            <a:off x="442909" y="2468106"/>
            <a:ext cx="28383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 dirty="0"/>
              <a:t>Main Problem</a:t>
            </a:r>
            <a:endParaRPr dirty="0"/>
          </a:p>
        </p:txBody>
      </p:sp>
      <p:sp>
        <p:nvSpPr>
          <p:cNvPr id="415" name="Google Shape;415;p42">
            <a:extLst>
              <a:ext uri="{FF2B5EF4-FFF2-40B4-BE49-F238E27FC236}">
                <a16:creationId xmlns:a16="http://schemas.microsoft.com/office/drawing/2014/main" id="{87E28D80-F4A2-0653-FBA5-8793B39BD7A0}"/>
              </a:ext>
            </a:extLst>
          </p:cNvPr>
          <p:cNvSpPr txBox="1">
            <a:spLocks noGrp="1"/>
          </p:cNvSpPr>
          <p:nvPr>
            <p:ph type="title" idx="5"/>
          </p:nvPr>
        </p:nvSpPr>
        <p:spPr>
          <a:xfrm>
            <a:off x="544509" y="1998948"/>
            <a:ext cx="9048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de" dirty="0"/>
              <a:t>01</a:t>
            </a:r>
            <a:endParaRPr dirty="0"/>
          </a:p>
        </p:txBody>
      </p:sp>
      <p:sp>
        <p:nvSpPr>
          <p:cNvPr id="416" name="Google Shape;416;p42">
            <a:extLst>
              <a:ext uri="{FF2B5EF4-FFF2-40B4-BE49-F238E27FC236}">
                <a16:creationId xmlns:a16="http://schemas.microsoft.com/office/drawing/2014/main" id="{E55355D1-2D05-DBE9-FBF2-48C7A41F2A04}"/>
              </a:ext>
            </a:extLst>
          </p:cNvPr>
          <p:cNvSpPr txBox="1">
            <a:spLocks noGrp="1"/>
          </p:cNvSpPr>
          <p:nvPr>
            <p:ph type="title" idx="6"/>
          </p:nvPr>
        </p:nvSpPr>
        <p:spPr>
          <a:xfrm>
            <a:off x="5975491" y="1998948"/>
            <a:ext cx="9048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de"/>
              <a:t>03</a:t>
            </a:r>
            <a:endParaRPr/>
          </a:p>
        </p:txBody>
      </p:sp>
      <p:sp>
        <p:nvSpPr>
          <p:cNvPr id="417" name="Google Shape;417;p42">
            <a:extLst>
              <a:ext uri="{FF2B5EF4-FFF2-40B4-BE49-F238E27FC236}">
                <a16:creationId xmlns:a16="http://schemas.microsoft.com/office/drawing/2014/main" id="{1CD95225-72BE-1D34-C9C6-CEA012D8DD1E}"/>
              </a:ext>
            </a:extLst>
          </p:cNvPr>
          <p:cNvSpPr txBox="1">
            <a:spLocks noGrp="1"/>
          </p:cNvSpPr>
          <p:nvPr>
            <p:ph type="title" idx="7"/>
          </p:nvPr>
        </p:nvSpPr>
        <p:spPr>
          <a:xfrm>
            <a:off x="3260000" y="1998948"/>
            <a:ext cx="9048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de"/>
              <a:t>02</a:t>
            </a:r>
            <a:endParaRPr/>
          </a:p>
        </p:txBody>
      </p:sp>
      <p:sp>
        <p:nvSpPr>
          <p:cNvPr id="419" name="Google Shape;419;p42">
            <a:extLst>
              <a:ext uri="{FF2B5EF4-FFF2-40B4-BE49-F238E27FC236}">
                <a16:creationId xmlns:a16="http://schemas.microsoft.com/office/drawing/2014/main" id="{2CC92656-5175-28A2-C29A-4D264EAE57D6}"/>
              </a:ext>
            </a:extLst>
          </p:cNvPr>
          <p:cNvSpPr txBox="1">
            <a:spLocks noGrp="1"/>
          </p:cNvSpPr>
          <p:nvPr>
            <p:ph type="subTitle" idx="14"/>
          </p:nvPr>
        </p:nvSpPr>
        <p:spPr>
          <a:xfrm>
            <a:off x="5873891" y="2468106"/>
            <a:ext cx="28383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 sz="1600" dirty="0"/>
              <a:t>Differential Flatness</a:t>
            </a:r>
            <a:endParaRPr sz="1600" dirty="0"/>
          </a:p>
        </p:txBody>
      </p:sp>
    </p:spTree>
    <p:extLst>
      <p:ext uri="{BB962C8B-B14F-4D97-AF65-F5344CB8AC3E}">
        <p14:creationId xmlns:p14="http://schemas.microsoft.com/office/powerpoint/2010/main" val="21797879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88">
          <a:extLst>
            <a:ext uri="{FF2B5EF4-FFF2-40B4-BE49-F238E27FC236}">
              <a16:creationId xmlns:a16="http://schemas.microsoft.com/office/drawing/2014/main" id="{D1A4658C-6CB3-B85D-18F5-3ABB20602815}"/>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B2A125A3-C0D0-522A-4C1C-7645A63AB155}"/>
              </a:ext>
            </a:extLst>
          </p:cNvPr>
          <p:cNvSpPr/>
          <p:nvPr/>
        </p:nvSpPr>
        <p:spPr>
          <a:xfrm>
            <a:off x="1454556" y="1149927"/>
            <a:ext cx="6234889" cy="2189018"/>
          </a:xfrm>
          <a:prstGeom prst="rect">
            <a:avLst/>
          </a:prstGeom>
          <a:solidFill>
            <a:schemeClr val="accent1">
              <a:lumMod val="20000"/>
              <a:lumOff val="80000"/>
            </a:schemeClr>
          </a:solidFill>
          <a:ln w="28575">
            <a:solidFill>
              <a:srgbClr val="130994"/>
            </a:solidFill>
          </a:ln>
        </p:spPr>
        <p:txBody>
          <a:bodyPr spcFirstLastPara="1" wrap="square" lIns="90000" tIns="45000" rIns="90000" bIns="45000" rtlCol="0" anchor="ctr" anchorCtr="1">
            <a:noAutofit/>
          </a:bodyPr>
          <a:lstStyle/>
          <a:p>
            <a:pPr marL="0" marR="0" indent="0" algn="l" rtl="0">
              <a:spcBef>
                <a:spcPts val="0"/>
              </a:spcBef>
              <a:spcAft>
                <a:spcPts val="0"/>
              </a:spcAft>
              <a:buNone/>
            </a:pPr>
            <a:endParaRPr lang="en-US" sz="1800" b="0" strike="noStrike">
              <a:solidFill>
                <a:srgbClr val="FFFFFF"/>
              </a:solidFill>
              <a:latin typeface="Arial"/>
              <a:ea typeface="Arial"/>
              <a:cs typeface="Arial"/>
              <a:sym typeface="Arial"/>
            </a:endParaRPr>
          </a:p>
        </p:txBody>
      </p:sp>
      <p:sp>
        <p:nvSpPr>
          <p:cNvPr id="21" name="Google Shape;463;p47">
            <a:extLst>
              <a:ext uri="{FF2B5EF4-FFF2-40B4-BE49-F238E27FC236}">
                <a16:creationId xmlns:a16="http://schemas.microsoft.com/office/drawing/2014/main" id="{34CC2DA5-DA3D-91C0-2C18-AF9EB70A3DF2}"/>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 dirty="0"/>
              <a:t>Motion Planning</a:t>
            </a:r>
            <a:endParaRPr dirty="0"/>
          </a:p>
        </p:txBody>
      </p:sp>
      <p:sp>
        <p:nvSpPr>
          <p:cNvPr id="22" name="Google Shape;464;p47">
            <a:extLst>
              <a:ext uri="{FF2B5EF4-FFF2-40B4-BE49-F238E27FC236}">
                <a16:creationId xmlns:a16="http://schemas.microsoft.com/office/drawing/2014/main" id="{95F29085-9BCE-D4EC-1E40-3BB44532B0B7}"/>
              </a:ext>
            </a:extLst>
          </p:cNvPr>
          <p:cNvSpPr txBox="1">
            <a:spLocks noGrp="1"/>
          </p:cNvSpPr>
          <p:nvPr>
            <p:ph type="subTitle" idx="1"/>
          </p:nvPr>
        </p:nvSpPr>
        <p:spPr>
          <a:xfrm>
            <a:off x="5076145" y="1848424"/>
            <a:ext cx="2613300" cy="1036800"/>
          </a:xfrm>
          <a:prstGeom prst="rect">
            <a:avLst/>
          </a:prstGeom>
        </p:spPr>
        <p:txBody>
          <a:bodyPr spcFirstLastPara="1" wrap="square" lIns="91425" tIns="91425" rIns="91425" bIns="91425" anchor="t" anchorCtr="0">
            <a:noAutofit/>
          </a:bodyPr>
          <a:lstStyle/>
          <a:p>
            <a:pPr marL="0" lvl="0" indent="0"/>
            <a:r>
              <a:rPr lang="en-US" dirty="0"/>
              <a:t>A Quadratic Programming (QP) solver generates the final optimal trajectory by solving a problem with only ~30 variables</a:t>
            </a:r>
            <a:endParaRPr dirty="0"/>
          </a:p>
        </p:txBody>
      </p:sp>
      <p:sp>
        <p:nvSpPr>
          <p:cNvPr id="23" name="Google Shape;465;p47">
            <a:extLst>
              <a:ext uri="{FF2B5EF4-FFF2-40B4-BE49-F238E27FC236}">
                <a16:creationId xmlns:a16="http://schemas.microsoft.com/office/drawing/2014/main" id="{7077A6E4-27FF-FFD2-6FB5-5A368B98253C}"/>
              </a:ext>
            </a:extLst>
          </p:cNvPr>
          <p:cNvSpPr txBox="1">
            <a:spLocks noGrp="1"/>
          </p:cNvSpPr>
          <p:nvPr>
            <p:ph type="subTitle" idx="2"/>
          </p:nvPr>
        </p:nvSpPr>
        <p:spPr>
          <a:xfrm>
            <a:off x="1454556" y="1861121"/>
            <a:ext cx="2613300" cy="1036800"/>
          </a:xfrm>
          <a:prstGeom prst="rect">
            <a:avLst/>
          </a:prstGeom>
        </p:spPr>
        <p:txBody>
          <a:bodyPr spcFirstLastPara="1" wrap="square" lIns="91425" tIns="91425" rIns="91425" bIns="91425" anchor="t" anchorCtr="0">
            <a:noAutofit/>
          </a:bodyPr>
          <a:lstStyle/>
          <a:p>
            <a:pPr marL="0" lvl="0" indent="0"/>
            <a:r>
              <a:rPr lang="en-US" dirty="0"/>
              <a:t>Inputs like acceleration and linear actuator displacement are fed into numerical integration to create reference trajectories</a:t>
            </a:r>
            <a:endParaRPr dirty="0"/>
          </a:p>
        </p:txBody>
      </p:sp>
      <p:sp>
        <p:nvSpPr>
          <p:cNvPr id="24" name="Google Shape;466;p47">
            <a:extLst>
              <a:ext uri="{FF2B5EF4-FFF2-40B4-BE49-F238E27FC236}">
                <a16:creationId xmlns:a16="http://schemas.microsoft.com/office/drawing/2014/main" id="{FAEAE1E1-CFDB-73E3-2522-86130FDD857E}"/>
              </a:ext>
            </a:extLst>
          </p:cNvPr>
          <p:cNvSpPr txBox="1">
            <a:spLocks/>
          </p:cNvSpPr>
          <p:nvPr/>
        </p:nvSpPr>
        <p:spPr>
          <a:xfrm>
            <a:off x="1454556" y="1513024"/>
            <a:ext cx="2861310" cy="411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1pPr>
            <a:lvl2pPr marL="914400" marR="0" lvl="1"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2pPr>
            <a:lvl3pPr marL="1371600" marR="0" lvl="2"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3pPr>
            <a:lvl4pPr marL="1828800" marR="0" lvl="3"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4pPr>
            <a:lvl5pPr marL="2286000" marR="0" lvl="4"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5pPr>
            <a:lvl6pPr marL="2743200" marR="0" lvl="5"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6pPr>
            <a:lvl7pPr marL="3200400" marR="0" lvl="6"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7pPr>
            <a:lvl8pPr marL="3657600" marR="0" lvl="7"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8pPr>
            <a:lvl9pPr marL="4114800" marR="0" lvl="8"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9pPr>
          </a:lstStyle>
          <a:p>
            <a:pPr marL="0" indent="0"/>
            <a:r>
              <a:rPr lang="en-US" sz="1600" b="1" dirty="0">
                <a:latin typeface="IBM Plex Mono" panose="020B0509050203000203" pitchFamily="49" charset="0"/>
              </a:rPr>
              <a:t>Numerical Integration</a:t>
            </a:r>
          </a:p>
        </p:txBody>
      </p:sp>
      <p:sp>
        <p:nvSpPr>
          <p:cNvPr id="25" name="Google Shape;467;p47">
            <a:extLst>
              <a:ext uri="{FF2B5EF4-FFF2-40B4-BE49-F238E27FC236}">
                <a16:creationId xmlns:a16="http://schemas.microsoft.com/office/drawing/2014/main" id="{099F2CE1-8F37-20F1-E698-B836EBA58528}"/>
              </a:ext>
            </a:extLst>
          </p:cNvPr>
          <p:cNvSpPr txBox="1">
            <a:spLocks noGrp="1"/>
          </p:cNvSpPr>
          <p:nvPr>
            <p:ph type="subTitle" idx="3"/>
          </p:nvPr>
        </p:nvSpPr>
        <p:spPr>
          <a:xfrm>
            <a:off x="5076145" y="1513024"/>
            <a:ext cx="2613300" cy="411600"/>
          </a:xfrm>
          <a:prstGeom prst="rect">
            <a:avLst/>
          </a:prstGeom>
        </p:spPr>
        <p:txBody>
          <a:bodyPr spcFirstLastPara="1" wrap="square" lIns="91425" tIns="91425" rIns="91425" bIns="91425" anchor="b" anchorCtr="0">
            <a:noAutofit/>
          </a:bodyPr>
          <a:lstStyle/>
          <a:p>
            <a:pPr marL="0" lvl="0" indent="0"/>
            <a:r>
              <a:rPr lang="en-US" sz="1600" b="1" dirty="0">
                <a:latin typeface="IBM Plex Mono" panose="020B0509050203000203" pitchFamily="49" charset="0"/>
              </a:rPr>
              <a:t>Optimization</a:t>
            </a:r>
            <a:endParaRPr sz="1600" b="1" dirty="0">
              <a:latin typeface="IBM Plex Mono" panose="020B0509050203000203" pitchFamily="49" charset="0"/>
            </a:endParaRPr>
          </a:p>
        </p:txBody>
      </p:sp>
      <p:sp>
        <p:nvSpPr>
          <p:cNvPr id="26" name="Rectangle 25">
            <a:extLst>
              <a:ext uri="{FF2B5EF4-FFF2-40B4-BE49-F238E27FC236}">
                <a16:creationId xmlns:a16="http://schemas.microsoft.com/office/drawing/2014/main" id="{1C7B9CDB-A85C-7CDC-812C-2EBCB7297034}"/>
              </a:ext>
            </a:extLst>
          </p:cNvPr>
          <p:cNvSpPr/>
          <p:nvPr/>
        </p:nvSpPr>
        <p:spPr>
          <a:xfrm>
            <a:off x="2570276" y="3875235"/>
            <a:ext cx="4003449" cy="1003885"/>
          </a:xfrm>
          <a:prstGeom prst="rect">
            <a:avLst/>
          </a:prstGeom>
          <a:solidFill>
            <a:schemeClr val="accent1">
              <a:lumMod val="20000"/>
              <a:lumOff val="80000"/>
            </a:schemeClr>
          </a:solidFill>
          <a:ln w="28575">
            <a:solidFill>
              <a:srgbClr val="130994"/>
            </a:solidFill>
          </a:ln>
        </p:spPr>
        <p:txBody>
          <a:bodyPr spcFirstLastPara="1" wrap="square" lIns="90000" tIns="45000" rIns="90000" bIns="45000" rtlCol="0" anchor="ctr" anchorCtr="1">
            <a:noAutofit/>
          </a:bodyPr>
          <a:lstStyle/>
          <a:p>
            <a:pPr marL="0" marR="0" indent="0" algn="l" rtl="0">
              <a:spcBef>
                <a:spcPts val="0"/>
              </a:spcBef>
              <a:spcAft>
                <a:spcPts val="0"/>
              </a:spcAft>
              <a:buNone/>
            </a:pPr>
            <a:endParaRPr lang="en-US" sz="1800" b="0" strike="noStrike">
              <a:solidFill>
                <a:srgbClr val="FFFFFF"/>
              </a:solidFill>
              <a:latin typeface="Arial"/>
              <a:ea typeface="Arial"/>
              <a:cs typeface="Arial"/>
              <a:sym typeface="Arial"/>
            </a:endParaRPr>
          </a:p>
        </p:txBody>
      </p:sp>
      <p:sp>
        <p:nvSpPr>
          <p:cNvPr id="27" name="Google Shape;467;p47">
            <a:extLst>
              <a:ext uri="{FF2B5EF4-FFF2-40B4-BE49-F238E27FC236}">
                <a16:creationId xmlns:a16="http://schemas.microsoft.com/office/drawing/2014/main" id="{085579E8-E174-B306-D9E9-BA2450139283}"/>
              </a:ext>
            </a:extLst>
          </p:cNvPr>
          <p:cNvSpPr txBox="1">
            <a:spLocks/>
          </p:cNvSpPr>
          <p:nvPr/>
        </p:nvSpPr>
        <p:spPr>
          <a:xfrm>
            <a:off x="3265350" y="3875235"/>
            <a:ext cx="2613300" cy="411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IBM Plex Mono"/>
              <a:buNone/>
              <a:defRPr sz="1800" b="1" i="0" u="none" strike="noStrike" cap="none">
                <a:solidFill>
                  <a:schemeClr val="dk1"/>
                </a:solidFill>
                <a:latin typeface="IBM Plex Mono"/>
                <a:ea typeface="IBM Plex Mono"/>
                <a:cs typeface="IBM Plex Mono"/>
                <a:sym typeface="IBM Plex Mono"/>
              </a:defRPr>
            </a:lvl1pPr>
            <a:lvl2pPr marL="914400" marR="0" lvl="1"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2pPr>
            <a:lvl3pPr marL="1371600" marR="0" lvl="2"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3pPr>
            <a:lvl4pPr marL="1828800" marR="0" lvl="3"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4pPr>
            <a:lvl5pPr marL="2286000" marR="0" lvl="4"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5pPr>
            <a:lvl6pPr marL="2743200" marR="0" lvl="5"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6pPr>
            <a:lvl7pPr marL="3200400" marR="0" lvl="6"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7pPr>
            <a:lvl8pPr marL="3657600" marR="0" lvl="7"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8pPr>
            <a:lvl9pPr marL="4114800" marR="0" lvl="8" indent="-317500" algn="ctr" rtl="0">
              <a:lnSpc>
                <a:spcPct val="100000"/>
              </a:lnSpc>
              <a:spcBef>
                <a:spcPts val="0"/>
              </a:spcBef>
              <a:spcAft>
                <a:spcPts val="0"/>
              </a:spcAft>
              <a:buClr>
                <a:schemeClr val="dk1"/>
              </a:buClr>
              <a:buSzPts val="2400"/>
              <a:buFont typeface="IBM Plex Mono"/>
              <a:buNone/>
              <a:defRPr sz="2400" b="1" i="0" u="none" strike="noStrike" cap="none">
                <a:solidFill>
                  <a:schemeClr val="dk1"/>
                </a:solidFill>
                <a:latin typeface="IBM Plex Mono"/>
                <a:ea typeface="IBM Plex Mono"/>
                <a:cs typeface="IBM Plex Mono"/>
                <a:sym typeface="IBM Plex Mono"/>
              </a:defRPr>
            </a:lvl9pPr>
          </a:lstStyle>
          <a:p>
            <a:pPr marL="0" indent="0" algn="ctr"/>
            <a:r>
              <a:rPr lang="en-US" sz="1600" dirty="0"/>
              <a:t>Efficiency</a:t>
            </a:r>
          </a:p>
        </p:txBody>
      </p:sp>
      <p:sp>
        <p:nvSpPr>
          <p:cNvPr id="28" name="Google Shape;464;p47">
            <a:extLst>
              <a:ext uri="{FF2B5EF4-FFF2-40B4-BE49-F238E27FC236}">
                <a16:creationId xmlns:a16="http://schemas.microsoft.com/office/drawing/2014/main" id="{3F3D2C26-31CC-163A-45B6-330C922A0A2A}"/>
              </a:ext>
            </a:extLst>
          </p:cNvPr>
          <p:cNvSpPr txBox="1">
            <a:spLocks/>
          </p:cNvSpPr>
          <p:nvPr/>
        </p:nvSpPr>
        <p:spPr>
          <a:xfrm>
            <a:off x="2822003" y="4138463"/>
            <a:ext cx="3689633" cy="68466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800"/>
              <a:buFont typeface="Archivo"/>
              <a:buNone/>
              <a:defRPr sz="1400" b="0" i="0" u="none" strike="noStrike" cap="none">
                <a:solidFill>
                  <a:schemeClr val="dk1"/>
                </a:solidFill>
                <a:latin typeface="Archivo"/>
                <a:ea typeface="Archivo"/>
                <a:cs typeface="Archivo"/>
                <a:sym typeface="Archivo"/>
              </a:defRPr>
            </a:lvl1pPr>
            <a:lvl2pPr marL="914400" marR="0" lvl="1" indent="-317500" algn="ctr" rtl="0">
              <a:lnSpc>
                <a:spcPct val="100000"/>
              </a:lnSpc>
              <a:spcBef>
                <a:spcPts val="0"/>
              </a:spcBef>
              <a:spcAft>
                <a:spcPts val="0"/>
              </a:spcAft>
              <a:buClr>
                <a:schemeClr val="dk1"/>
              </a:buClr>
              <a:buSzPts val="2800"/>
              <a:buFont typeface="Archivo"/>
              <a:buNone/>
              <a:defRPr sz="2800" b="0" i="0" u="none" strike="noStrike" cap="none">
                <a:solidFill>
                  <a:schemeClr val="dk1"/>
                </a:solidFill>
                <a:latin typeface="Archivo"/>
                <a:ea typeface="Archivo"/>
                <a:cs typeface="Archivo"/>
                <a:sym typeface="Archivo"/>
              </a:defRPr>
            </a:lvl2pPr>
            <a:lvl3pPr marL="1371600" marR="0" lvl="2" indent="-317500" algn="ctr" rtl="0">
              <a:lnSpc>
                <a:spcPct val="100000"/>
              </a:lnSpc>
              <a:spcBef>
                <a:spcPts val="0"/>
              </a:spcBef>
              <a:spcAft>
                <a:spcPts val="0"/>
              </a:spcAft>
              <a:buClr>
                <a:schemeClr val="dk1"/>
              </a:buClr>
              <a:buSzPts val="2800"/>
              <a:buFont typeface="Archivo"/>
              <a:buNone/>
              <a:defRPr sz="2800" b="0" i="0" u="none" strike="noStrike" cap="none">
                <a:solidFill>
                  <a:schemeClr val="dk1"/>
                </a:solidFill>
                <a:latin typeface="Archivo"/>
                <a:ea typeface="Archivo"/>
                <a:cs typeface="Archivo"/>
                <a:sym typeface="Archivo"/>
              </a:defRPr>
            </a:lvl3pPr>
            <a:lvl4pPr marL="1828800" marR="0" lvl="3" indent="-317500" algn="ctr" rtl="0">
              <a:lnSpc>
                <a:spcPct val="100000"/>
              </a:lnSpc>
              <a:spcBef>
                <a:spcPts val="0"/>
              </a:spcBef>
              <a:spcAft>
                <a:spcPts val="0"/>
              </a:spcAft>
              <a:buClr>
                <a:schemeClr val="dk1"/>
              </a:buClr>
              <a:buSzPts val="2800"/>
              <a:buFont typeface="Archivo"/>
              <a:buNone/>
              <a:defRPr sz="2800" b="0" i="0" u="none" strike="noStrike" cap="none">
                <a:solidFill>
                  <a:schemeClr val="dk1"/>
                </a:solidFill>
                <a:latin typeface="Archivo"/>
                <a:ea typeface="Archivo"/>
                <a:cs typeface="Archivo"/>
                <a:sym typeface="Archivo"/>
              </a:defRPr>
            </a:lvl4pPr>
            <a:lvl5pPr marL="2286000" marR="0" lvl="4" indent="-317500" algn="ctr" rtl="0">
              <a:lnSpc>
                <a:spcPct val="100000"/>
              </a:lnSpc>
              <a:spcBef>
                <a:spcPts val="0"/>
              </a:spcBef>
              <a:spcAft>
                <a:spcPts val="0"/>
              </a:spcAft>
              <a:buClr>
                <a:schemeClr val="dk1"/>
              </a:buClr>
              <a:buSzPts val="2800"/>
              <a:buFont typeface="Archivo"/>
              <a:buNone/>
              <a:defRPr sz="2800" b="0" i="0" u="none" strike="noStrike" cap="none">
                <a:solidFill>
                  <a:schemeClr val="dk1"/>
                </a:solidFill>
                <a:latin typeface="Archivo"/>
                <a:ea typeface="Archivo"/>
                <a:cs typeface="Archivo"/>
                <a:sym typeface="Archivo"/>
              </a:defRPr>
            </a:lvl5pPr>
            <a:lvl6pPr marL="2743200" marR="0" lvl="5" indent="-317500" algn="ctr" rtl="0">
              <a:lnSpc>
                <a:spcPct val="100000"/>
              </a:lnSpc>
              <a:spcBef>
                <a:spcPts val="0"/>
              </a:spcBef>
              <a:spcAft>
                <a:spcPts val="0"/>
              </a:spcAft>
              <a:buClr>
                <a:schemeClr val="dk1"/>
              </a:buClr>
              <a:buSzPts val="2800"/>
              <a:buFont typeface="Archivo"/>
              <a:buNone/>
              <a:defRPr sz="2800" b="0" i="0" u="none" strike="noStrike" cap="none">
                <a:solidFill>
                  <a:schemeClr val="dk1"/>
                </a:solidFill>
                <a:latin typeface="Archivo"/>
                <a:ea typeface="Archivo"/>
                <a:cs typeface="Archivo"/>
                <a:sym typeface="Archivo"/>
              </a:defRPr>
            </a:lvl6pPr>
            <a:lvl7pPr marL="3200400" marR="0" lvl="6" indent="-317500" algn="ctr" rtl="0">
              <a:lnSpc>
                <a:spcPct val="100000"/>
              </a:lnSpc>
              <a:spcBef>
                <a:spcPts val="0"/>
              </a:spcBef>
              <a:spcAft>
                <a:spcPts val="0"/>
              </a:spcAft>
              <a:buClr>
                <a:schemeClr val="dk1"/>
              </a:buClr>
              <a:buSzPts val="2800"/>
              <a:buFont typeface="Archivo"/>
              <a:buNone/>
              <a:defRPr sz="2800" b="0" i="0" u="none" strike="noStrike" cap="none">
                <a:solidFill>
                  <a:schemeClr val="dk1"/>
                </a:solidFill>
                <a:latin typeface="Archivo"/>
                <a:ea typeface="Archivo"/>
                <a:cs typeface="Archivo"/>
                <a:sym typeface="Archivo"/>
              </a:defRPr>
            </a:lvl7pPr>
            <a:lvl8pPr marL="3657600" marR="0" lvl="7" indent="-317500" algn="ctr" rtl="0">
              <a:lnSpc>
                <a:spcPct val="100000"/>
              </a:lnSpc>
              <a:spcBef>
                <a:spcPts val="0"/>
              </a:spcBef>
              <a:spcAft>
                <a:spcPts val="0"/>
              </a:spcAft>
              <a:buClr>
                <a:schemeClr val="dk1"/>
              </a:buClr>
              <a:buSzPts val="2800"/>
              <a:buFont typeface="Archivo"/>
              <a:buNone/>
              <a:defRPr sz="2800" b="0" i="0" u="none" strike="noStrike" cap="none">
                <a:solidFill>
                  <a:schemeClr val="dk1"/>
                </a:solidFill>
                <a:latin typeface="Archivo"/>
                <a:ea typeface="Archivo"/>
                <a:cs typeface="Archivo"/>
                <a:sym typeface="Archivo"/>
              </a:defRPr>
            </a:lvl8pPr>
            <a:lvl9pPr marL="4114800" marR="0" lvl="8" indent="-317500" algn="ctr" rtl="0">
              <a:lnSpc>
                <a:spcPct val="100000"/>
              </a:lnSpc>
              <a:spcBef>
                <a:spcPts val="0"/>
              </a:spcBef>
              <a:spcAft>
                <a:spcPts val="0"/>
              </a:spcAft>
              <a:buClr>
                <a:schemeClr val="dk1"/>
              </a:buClr>
              <a:buSzPts val="2800"/>
              <a:buFont typeface="Archivo"/>
              <a:buNone/>
              <a:defRPr sz="2800" b="0" i="0" u="none" strike="noStrike" cap="none">
                <a:solidFill>
                  <a:schemeClr val="dk1"/>
                </a:solidFill>
                <a:latin typeface="Archivo"/>
                <a:ea typeface="Archivo"/>
                <a:cs typeface="Archivo"/>
                <a:sym typeface="Archivo"/>
              </a:defRPr>
            </a:lvl9pPr>
          </a:lstStyle>
          <a:p>
            <a:pPr marL="0" indent="0"/>
            <a:r>
              <a:rPr lang="en-US" dirty="0"/>
              <a:t>This reduces the complex problem enough to be solved efficiently online at 25Hz</a:t>
            </a:r>
          </a:p>
        </p:txBody>
      </p:sp>
      <p:cxnSp>
        <p:nvCxnSpPr>
          <p:cNvPr id="29" name="Straight Connector 28">
            <a:extLst>
              <a:ext uri="{FF2B5EF4-FFF2-40B4-BE49-F238E27FC236}">
                <a16:creationId xmlns:a16="http://schemas.microsoft.com/office/drawing/2014/main" id="{F73ED655-0AB4-721B-07A2-8AC9CA591DA4}"/>
              </a:ext>
            </a:extLst>
          </p:cNvPr>
          <p:cNvCxnSpPr>
            <a:cxnSpLocks/>
            <a:stCxn id="20" idx="0"/>
            <a:endCxn id="20" idx="2"/>
          </p:cNvCxnSpPr>
          <p:nvPr/>
        </p:nvCxnSpPr>
        <p:spPr>
          <a:xfrm>
            <a:off x="4572001" y="1149927"/>
            <a:ext cx="0" cy="2189018"/>
          </a:xfrm>
          <a:prstGeom prst="line">
            <a:avLst/>
          </a:prstGeom>
          <a:ln w="28575">
            <a:solidFill>
              <a:srgbClr val="130994"/>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DE75248-E770-6241-E64C-0851AE7DC343}"/>
              </a:ext>
            </a:extLst>
          </p:cNvPr>
          <p:cNvCxnSpPr/>
          <p:nvPr/>
        </p:nvCxnSpPr>
        <p:spPr>
          <a:xfrm>
            <a:off x="3110345" y="3338945"/>
            <a:ext cx="0" cy="270164"/>
          </a:xfrm>
          <a:prstGeom prst="line">
            <a:avLst/>
          </a:prstGeom>
          <a:ln w="19050">
            <a:solidFill>
              <a:srgbClr val="130994"/>
            </a:solidFill>
          </a:ln>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5C76E991-5FF0-F5A6-F220-B0ECCDF48140}"/>
              </a:ext>
            </a:extLst>
          </p:cNvPr>
          <p:cNvCxnSpPr>
            <a:cxnSpLocks/>
            <a:endCxn id="27" idx="0"/>
          </p:cNvCxnSpPr>
          <p:nvPr/>
        </p:nvCxnSpPr>
        <p:spPr>
          <a:xfrm>
            <a:off x="3110345" y="3609109"/>
            <a:ext cx="1461655" cy="266126"/>
          </a:xfrm>
          <a:prstGeom prst="bentConnector2">
            <a:avLst/>
          </a:prstGeom>
          <a:ln w="19050">
            <a:solidFill>
              <a:srgbClr val="130994"/>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EA5C95D-DE4D-022F-EB36-AAA61C268250}"/>
              </a:ext>
            </a:extLst>
          </p:cNvPr>
          <p:cNvCxnSpPr/>
          <p:nvPr/>
        </p:nvCxnSpPr>
        <p:spPr>
          <a:xfrm>
            <a:off x="6151418" y="3338945"/>
            <a:ext cx="0" cy="270164"/>
          </a:xfrm>
          <a:prstGeom prst="line">
            <a:avLst/>
          </a:prstGeom>
          <a:ln w="19050">
            <a:solidFill>
              <a:srgbClr val="130994"/>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793B6AD-F34E-499C-BC92-2C6844DDA46D}"/>
              </a:ext>
            </a:extLst>
          </p:cNvPr>
          <p:cNvCxnSpPr/>
          <p:nvPr/>
        </p:nvCxnSpPr>
        <p:spPr>
          <a:xfrm flipH="1">
            <a:off x="4572000" y="3609109"/>
            <a:ext cx="1579418" cy="0"/>
          </a:xfrm>
          <a:prstGeom prst="line">
            <a:avLst/>
          </a:prstGeom>
          <a:ln w="19050">
            <a:solidFill>
              <a:srgbClr val="13099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43615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38">
          <a:extLst>
            <a:ext uri="{FF2B5EF4-FFF2-40B4-BE49-F238E27FC236}">
              <a16:creationId xmlns:a16="http://schemas.microsoft.com/office/drawing/2014/main" id="{4FDFC17C-D77A-44C5-5D2C-139441C3DDFF}"/>
            </a:ext>
          </a:extLst>
        </p:cNvPr>
        <p:cNvGrpSpPr/>
        <p:nvPr/>
      </p:nvGrpSpPr>
      <p:grpSpPr>
        <a:xfrm>
          <a:off x="0" y="0"/>
          <a:ext cx="0" cy="0"/>
          <a:chOff x="0" y="0"/>
          <a:chExt cx="0" cy="0"/>
        </a:xfrm>
      </p:grpSpPr>
      <p:sp>
        <p:nvSpPr>
          <p:cNvPr id="439" name="Google Shape;439;p44">
            <a:extLst>
              <a:ext uri="{FF2B5EF4-FFF2-40B4-BE49-F238E27FC236}">
                <a16:creationId xmlns:a16="http://schemas.microsoft.com/office/drawing/2014/main" id="{FF4F2081-F5EB-6F02-172E-24D051C73F4D}"/>
              </a:ext>
            </a:extLst>
          </p:cNvPr>
          <p:cNvSpPr txBox="1">
            <a:spLocks noGrp="1"/>
          </p:cNvSpPr>
          <p:nvPr>
            <p:ph type="title"/>
          </p:nvPr>
        </p:nvSpPr>
        <p:spPr>
          <a:xfrm>
            <a:off x="1902336" y="2428672"/>
            <a:ext cx="5067600" cy="1047000"/>
          </a:xfrm>
          <a:prstGeom prst="rect">
            <a:avLst/>
          </a:prstGeom>
        </p:spPr>
        <p:txBody>
          <a:bodyPr spcFirstLastPara="1" wrap="square" lIns="91425" tIns="91425" rIns="91425" bIns="91425" anchor="b" anchorCtr="0">
            <a:noAutofit/>
          </a:bodyPr>
          <a:lstStyle/>
          <a:p>
            <a:pPr lvl="0"/>
            <a:r>
              <a:rPr lang="en-US" sz="2800" dirty="0"/>
              <a:t>TRACKING CONTROL AND ROBUSTNESS</a:t>
            </a:r>
            <a:endParaRPr sz="2800" dirty="0"/>
          </a:p>
        </p:txBody>
      </p:sp>
      <p:sp>
        <p:nvSpPr>
          <p:cNvPr id="440" name="Google Shape;440;p44">
            <a:extLst>
              <a:ext uri="{FF2B5EF4-FFF2-40B4-BE49-F238E27FC236}">
                <a16:creationId xmlns:a16="http://schemas.microsoft.com/office/drawing/2014/main" id="{7147D819-E1E0-E9D1-0014-D7596FD92AAE}"/>
              </a:ext>
            </a:extLst>
          </p:cNvPr>
          <p:cNvSpPr txBox="1">
            <a:spLocks noGrp="1"/>
          </p:cNvSpPr>
          <p:nvPr>
            <p:ph type="title" idx="2"/>
          </p:nvPr>
        </p:nvSpPr>
        <p:spPr>
          <a:xfrm>
            <a:off x="2042402" y="1436575"/>
            <a:ext cx="1995000" cy="915900"/>
          </a:xfrm>
          <a:prstGeom prst="rect">
            <a:avLst/>
          </a:prstGeom>
        </p:spPr>
        <p:txBody>
          <a:bodyPr spcFirstLastPara="1" wrap="square" lIns="91425" tIns="91425" rIns="91425" bIns="0" anchor="ctr" anchorCtr="0">
            <a:noAutofit/>
          </a:bodyPr>
          <a:lstStyle/>
          <a:p>
            <a:pPr marL="0" lvl="0" indent="0" algn="ctr" rtl="0">
              <a:spcBef>
                <a:spcPts val="0"/>
              </a:spcBef>
              <a:spcAft>
                <a:spcPts val="0"/>
              </a:spcAft>
              <a:buNone/>
            </a:pPr>
            <a:r>
              <a:rPr lang="de" dirty="0"/>
              <a:t>04</a:t>
            </a:r>
            <a:endParaRPr dirty="0"/>
          </a:p>
        </p:txBody>
      </p:sp>
      <p:sp>
        <p:nvSpPr>
          <p:cNvPr id="441" name="Google Shape;441;p44">
            <a:extLst>
              <a:ext uri="{FF2B5EF4-FFF2-40B4-BE49-F238E27FC236}">
                <a16:creationId xmlns:a16="http://schemas.microsoft.com/office/drawing/2014/main" id="{FBC7D145-C3B2-4DAF-3B2B-F29C2EEEC325}"/>
              </a:ext>
            </a:extLst>
          </p:cNvPr>
          <p:cNvSpPr txBox="1">
            <a:spLocks noGrp="1"/>
          </p:cNvSpPr>
          <p:nvPr>
            <p:ph type="subTitle" idx="1"/>
          </p:nvPr>
        </p:nvSpPr>
        <p:spPr>
          <a:xfrm>
            <a:off x="1902324" y="3344388"/>
            <a:ext cx="5067600" cy="37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pic>
        <p:nvPicPr>
          <p:cNvPr id="442" name="Google Shape;442;p44">
            <a:extLst>
              <a:ext uri="{FF2B5EF4-FFF2-40B4-BE49-F238E27FC236}">
                <a16:creationId xmlns:a16="http://schemas.microsoft.com/office/drawing/2014/main" id="{34E0DD21-F3BD-A18C-694B-3432496B0E6A}"/>
              </a:ext>
            </a:extLst>
          </p:cNvPr>
          <p:cNvPicPr preferRelativeResize="0"/>
          <p:nvPr/>
        </p:nvPicPr>
        <p:blipFill rotWithShape="1">
          <a:blip r:embed="rId3">
            <a:alphaModFix/>
          </a:blip>
          <a:srcRect t="19097" r="5042" b="2954"/>
          <a:stretch/>
        </p:blipFill>
        <p:spPr>
          <a:xfrm flipH="1">
            <a:off x="4037238" y="1481775"/>
            <a:ext cx="3716124" cy="958849"/>
          </a:xfrm>
          <a:prstGeom prst="rect">
            <a:avLst/>
          </a:prstGeom>
          <a:noFill/>
          <a:ln>
            <a:noFill/>
          </a:ln>
        </p:spPr>
      </p:pic>
      <p:grpSp>
        <p:nvGrpSpPr>
          <p:cNvPr id="443" name="Google Shape;443;p44">
            <a:extLst>
              <a:ext uri="{FF2B5EF4-FFF2-40B4-BE49-F238E27FC236}">
                <a16:creationId xmlns:a16="http://schemas.microsoft.com/office/drawing/2014/main" id="{8EF757C2-85B3-0DA4-F3F6-D354F7AE9414}"/>
              </a:ext>
            </a:extLst>
          </p:cNvPr>
          <p:cNvGrpSpPr/>
          <p:nvPr/>
        </p:nvGrpSpPr>
        <p:grpSpPr>
          <a:xfrm>
            <a:off x="8400" y="69700"/>
            <a:ext cx="9135601" cy="5004101"/>
            <a:chOff x="8400" y="69700"/>
            <a:chExt cx="9135601" cy="5004101"/>
          </a:xfrm>
        </p:grpSpPr>
        <p:pic>
          <p:nvPicPr>
            <p:cNvPr id="444" name="Google Shape;444;p44">
              <a:extLst>
                <a:ext uri="{FF2B5EF4-FFF2-40B4-BE49-F238E27FC236}">
                  <a16:creationId xmlns:a16="http://schemas.microsoft.com/office/drawing/2014/main" id="{1DF442A2-F677-00E8-2E51-DEF23EBD3179}"/>
                </a:ext>
              </a:extLst>
            </p:cNvPr>
            <p:cNvPicPr preferRelativeResize="0"/>
            <p:nvPr/>
          </p:nvPicPr>
          <p:blipFill rotWithShape="1">
            <a:blip r:embed="rId4">
              <a:alphaModFix/>
            </a:blip>
            <a:srcRect t="1400" r="83036" b="-1400"/>
            <a:stretch/>
          </p:blipFill>
          <p:spPr>
            <a:xfrm>
              <a:off x="8010525" y="69700"/>
              <a:ext cx="1133476" cy="5004101"/>
            </a:xfrm>
            <a:prstGeom prst="rect">
              <a:avLst/>
            </a:prstGeom>
            <a:noFill/>
            <a:ln>
              <a:noFill/>
            </a:ln>
          </p:spPr>
        </p:pic>
        <p:pic>
          <p:nvPicPr>
            <p:cNvPr id="445" name="Google Shape;445;p44">
              <a:extLst>
                <a:ext uri="{FF2B5EF4-FFF2-40B4-BE49-F238E27FC236}">
                  <a16:creationId xmlns:a16="http://schemas.microsoft.com/office/drawing/2014/main" id="{047B682B-F17B-6163-C634-89AD0E689233}"/>
                </a:ext>
              </a:extLst>
            </p:cNvPr>
            <p:cNvPicPr preferRelativeResize="0"/>
            <p:nvPr/>
          </p:nvPicPr>
          <p:blipFill rotWithShape="1">
            <a:blip r:embed="rId4">
              <a:alphaModFix/>
            </a:blip>
            <a:srcRect t="1400" r="83036" b="-1400"/>
            <a:stretch/>
          </p:blipFill>
          <p:spPr>
            <a:xfrm rot="10800000">
              <a:off x="8400" y="69700"/>
              <a:ext cx="1133476" cy="5004101"/>
            </a:xfrm>
            <a:prstGeom prst="rect">
              <a:avLst/>
            </a:prstGeom>
            <a:noFill/>
            <a:ln>
              <a:noFill/>
            </a:ln>
          </p:spPr>
        </p:pic>
      </p:grpSp>
    </p:spTree>
    <p:extLst>
      <p:ext uri="{BB962C8B-B14F-4D97-AF65-F5344CB8AC3E}">
        <p14:creationId xmlns:p14="http://schemas.microsoft.com/office/powerpoint/2010/main" val="11392802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88">
          <a:extLst>
            <a:ext uri="{FF2B5EF4-FFF2-40B4-BE49-F238E27FC236}">
              <a16:creationId xmlns:a16="http://schemas.microsoft.com/office/drawing/2014/main" id="{D14E760E-1715-7631-AAE1-22E474109870}"/>
            </a:ext>
          </a:extLst>
        </p:cNvPr>
        <p:cNvGrpSpPr/>
        <p:nvPr/>
      </p:nvGrpSpPr>
      <p:grpSpPr>
        <a:xfrm>
          <a:off x="0" y="0"/>
          <a:ext cx="0" cy="0"/>
          <a:chOff x="0" y="0"/>
          <a:chExt cx="0" cy="0"/>
        </a:xfrm>
      </p:grpSpPr>
      <p:sp>
        <p:nvSpPr>
          <p:cNvPr id="42" name="Rectangle 41">
            <a:extLst>
              <a:ext uri="{FF2B5EF4-FFF2-40B4-BE49-F238E27FC236}">
                <a16:creationId xmlns:a16="http://schemas.microsoft.com/office/drawing/2014/main" id="{606DBBF9-D8A0-8B05-3BA2-98E33DCC0400}"/>
              </a:ext>
            </a:extLst>
          </p:cNvPr>
          <p:cNvSpPr/>
          <p:nvPr/>
        </p:nvSpPr>
        <p:spPr>
          <a:xfrm>
            <a:off x="4495799" y="3086792"/>
            <a:ext cx="3401291" cy="1880787"/>
          </a:xfrm>
          <a:prstGeom prst="rect">
            <a:avLst/>
          </a:prstGeom>
          <a:ln w="12700">
            <a:solidFill>
              <a:srgbClr val="1F164D"/>
            </a:solidFill>
          </a:ln>
        </p:spPr>
        <p:style>
          <a:lnRef idx="2">
            <a:schemeClr val="accent3"/>
          </a:lnRef>
          <a:fillRef idx="1">
            <a:schemeClr val="lt1"/>
          </a:fillRef>
          <a:effectRef idx="0">
            <a:schemeClr val="accent3"/>
          </a:effectRef>
          <a:fontRef idx="minor">
            <a:schemeClr val="dk1"/>
          </a:fontRef>
        </p:style>
        <p:txBody>
          <a:bodyPr spcFirstLastPara="1" wrap="square" lIns="90000" tIns="45000" rIns="90000" bIns="45000" rtlCol="0" anchor="ctr" anchorCtr="1">
            <a:noAutofit/>
          </a:bodyPr>
          <a:lstStyle/>
          <a:p>
            <a:pPr marL="0" marR="0" indent="0" algn="l" rtl="0">
              <a:spcBef>
                <a:spcPts val="0"/>
              </a:spcBef>
              <a:spcAft>
                <a:spcPts val="0"/>
              </a:spcAft>
              <a:buNone/>
            </a:pPr>
            <a:endParaRPr lang="en-US" sz="1800" b="0" strike="noStrike">
              <a:solidFill>
                <a:srgbClr val="FFFFFF"/>
              </a:solidFill>
              <a:latin typeface="Arial"/>
              <a:ea typeface="Arial"/>
              <a:cs typeface="Arial"/>
              <a:sym typeface="Arial"/>
            </a:endParaRPr>
          </a:p>
        </p:txBody>
      </p:sp>
      <p:sp>
        <p:nvSpPr>
          <p:cNvPr id="41" name="Rectangle 40">
            <a:extLst>
              <a:ext uri="{FF2B5EF4-FFF2-40B4-BE49-F238E27FC236}">
                <a16:creationId xmlns:a16="http://schemas.microsoft.com/office/drawing/2014/main" id="{E22C1586-4163-427D-F088-0050DC5AA52F}"/>
              </a:ext>
            </a:extLst>
          </p:cNvPr>
          <p:cNvSpPr/>
          <p:nvPr/>
        </p:nvSpPr>
        <p:spPr>
          <a:xfrm>
            <a:off x="1094510" y="3086792"/>
            <a:ext cx="3401290" cy="1880787"/>
          </a:xfrm>
          <a:prstGeom prst="rect">
            <a:avLst/>
          </a:prstGeom>
          <a:ln w="12700">
            <a:solidFill>
              <a:srgbClr val="1F164D"/>
            </a:solidFill>
          </a:ln>
        </p:spPr>
        <p:style>
          <a:lnRef idx="2">
            <a:schemeClr val="accent3"/>
          </a:lnRef>
          <a:fillRef idx="1">
            <a:schemeClr val="lt1"/>
          </a:fillRef>
          <a:effectRef idx="0">
            <a:schemeClr val="accent3"/>
          </a:effectRef>
          <a:fontRef idx="minor">
            <a:schemeClr val="dk1"/>
          </a:fontRef>
        </p:style>
        <p:txBody>
          <a:bodyPr spcFirstLastPara="1" wrap="square" lIns="90000" tIns="45000" rIns="90000" bIns="45000" rtlCol="0" anchor="ctr" anchorCtr="1">
            <a:noAutofit/>
          </a:bodyPr>
          <a:lstStyle/>
          <a:p>
            <a:pPr marL="0" marR="0" indent="0" algn="l" rtl="0">
              <a:spcBef>
                <a:spcPts val="0"/>
              </a:spcBef>
              <a:spcAft>
                <a:spcPts val="0"/>
              </a:spcAft>
              <a:buNone/>
            </a:pPr>
            <a:endParaRPr lang="en-US" sz="1800" b="0" strike="noStrike">
              <a:solidFill>
                <a:srgbClr val="FFFFFF"/>
              </a:solidFill>
              <a:latin typeface="Arial"/>
              <a:ea typeface="Arial"/>
              <a:cs typeface="Arial"/>
              <a:sym typeface="Arial"/>
            </a:endParaRPr>
          </a:p>
        </p:txBody>
      </p:sp>
      <p:sp>
        <p:nvSpPr>
          <p:cNvPr id="21" name="Google Shape;463;p47">
            <a:extLst>
              <a:ext uri="{FF2B5EF4-FFF2-40B4-BE49-F238E27FC236}">
                <a16:creationId xmlns:a16="http://schemas.microsoft.com/office/drawing/2014/main" id="{C6328756-D8AF-4D9A-69FA-8E8C5A097489}"/>
              </a:ext>
            </a:extLst>
          </p:cNvPr>
          <p:cNvSpPr txBox="1">
            <a:spLocks noGrp="1"/>
          </p:cNvSpPr>
          <p:nvPr>
            <p:ph type="title"/>
          </p:nvPr>
        </p:nvSpPr>
        <p:spPr>
          <a:xfrm>
            <a:off x="260372" y="217733"/>
            <a:ext cx="7704000" cy="572700"/>
          </a:xfrm>
          <a:prstGeom prst="rect">
            <a:avLst/>
          </a:prstGeom>
        </p:spPr>
        <p:txBody>
          <a:bodyPr spcFirstLastPara="1" wrap="square" lIns="91425" tIns="91425" rIns="91425" bIns="91425" anchor="t" anchorCtr="0">
            <a:noAutofit/>
          </a:bodyPr>
          <a:lstStyle/>
          <a:p>
            <a:pPr lvl="0"/>
            <a:r>
              <a:rPr lang="en-US" dirty="0"/>
              <a:t>Composite Tracking Controller</a:t>
            </a:r>
            <a:endParaRPr dirty="0"/>
          </a:p>
        </p:txBody>
      </p:sp>
      <p:graphicFrame>
        <p:nvGraphicFramePr>
          <p:cNvPr id="17" name="Table 16">
            <a:extLst>
              <a:ext uri="{FF2B5EF4-FFF2-40B4-BE49-F238E27FC236}">
                <a16:creationId xmlns:a16="http://schemas.microsoft.com/office/drawing/2014/main" id="{EFEF971E-41C5-28D2-68A0-4002C852A326}"/>
              </a:ext>
            </a:extLst>
          </p:cNvPr>
          <p:cNvGraphicFramePr>
            <a:graphicFrameLocks noGrp="1"/>
          </p:cNvGraphicFramePr>
          <p:nvPr/>
        </p:nvGraphicFramePr>
        <p:xfrm>
          <a:off x="1094509" y="858981"/>
          <a:ext cx="6802581" cy="2227811"/>
        </p:xfrm>
        <a:graphic>
          <a:graphicData uri="http://schemas.openxmlformats.org/drawingml/2006/table">
            <a:tbl>
              <a:tblPr firstRow="1" bandRow="1">
                <a:tableStyleId>{793D81CF-94F2-401A-BA57-92F5A7B2D0C5}</a:tableStyleId>
              </a:tblPr>
              <a:tblGrid>
                <a:gridCol w="3366145">
                  <a:extLst>
                    <a:ext uri="{9D8B030D-6E8A-4147-A177-3AD203B41FA5}">
                      <a16:colId xmlns:a16="http://schemas.microsoft.com/office/drawing/2014/main" val="1066300859"/>
                    </a:ext>
                  </a:extLst>
                </a:gridCol>
                <a:gridCol w="3436436">
                  <a:extLst>
                    <a:ext uri="{9D8B030D-6E8A-4147-A177-3AD203B41FA5}">
                      <a16:colId xmlns:a16="http://schemas.microsoft.com/office/drawing/2014/main" val="3105442409"/>
                    </a:ext>
                  </a:extLst>
                </a:gridCol>
              </a:tblGrid>
              <a:tr h="638156">
                <a:tc gridSpan="2">
                  <a:txBody>
                    <a:bodyPr/>
                    <a:lstStyle/>
                    <a:p>
                      <a:pPr algn="ctr"/>
                      <a:r>
                        <a:rPr lang="en-US" sz="2000" b="1" u="none" strike="noStrike" cap="none" dirty="0">
                          <a:solidFill>
                            <a:schemeClr val="bg2"/>
                          </a:solidFill>
                          <a:latin typeface="IBM Plex Mono" panose="020B0509050203000203" pitchFamily="49" charset="0"/>
                          <a:sym typeface="Archivo"/>
                        </a:rPr>
                        <a:t>Strategy</a:t>
                      </a:r>
                      <a:endParaRPr lang="en-US" sz="2000" b="1" i="0" u="none" strike="noStrike" cap="none" dirty="0">
                        <a:solidFill>
                          <a:schemeClr val="bg2"/>
                        </a:solidFill>
                        <a:latin typeface="IBM Plex Mono" panose="020B0509050203000203" pitchFamily="49" charset="0"/>
                        <a:cs typeface="Archivo"/>
                        <a:sym typeface="Archivo"/>
                      </a:endParaRPr>
                    </a:p>
                  </a:txBody>
                  <a:tcPr/>
                </a:tc>
                <a:tc hMerge="1">
                  <a:txBody>
                    <a:bodyPr/>
                    <a:lstStyle/>
                    <a:p>
                      <a:endParaRPr lang="en-US" dirty="0"/>
                    </a:p>
                  </a:txBody>
                  <a:tcPr/>
                </a:tc>
                <a:extLst>
                  <a:ext uri="{0D108BD9-81ED-4DB2-BD59-A6C34878D82A}">
                    <a16:rowId xmlns:a16="http://schemas.microsoft.com/office/drawing/2014/main" val="1144055953"/>
                  </a:ext>
                </a:extLst>
              </a:tr>
              <a:tr h="539481">
                <a:tc gridSpan="2">
                  <a:txBody>
                    <a:bodyPr/>
                    <a:lstStyle/>
                    <a:p>
                      <a:r>
                        <a:rPr lang="en-US" sz="1400" b="0" u="none" strike="noStrike" cap="none" dirty="0">
                          <a:solidFill>
                            <a:schemeClr val="dk1"/>
                          </a:solidFill>
                          <a:latin typeface="Archivo" panose="020B0604020202020204" charset="0"/>
                          <a:cs typeface="Archivo" panose="020B0604020202020204" charset="0"/>
                          <a:sym typeface="Archivo"/>
                        </a:rPr>
                        <a:t>Physically</a:t>
                      </a:r>
                      <a:r>
                        <a:rPr lang="en-US" dirty="0">
                          <a:latin typeface="Archivo" panose="020B0604020202020204" charset="0"/>
                          <a:cs typeface="Archivo" panose="020B0604020202020204" charset="0"/>
                        </a:rPr>
                        <a:t> </a:t>
                      </a:r>
                      <a:r>
                        <a:rPr lang="en-US" sz="1400" b="0" u="none" strike="noStrike" cap="none" dirty="0">
                          <a:solidFill>
                            <a:schemeClr val="dk1"/>
                          </a:solidFill>
                          <a:latin typeface="Archivo" panose="020B0604020202020204" charset="0"/>
                          <a:cs typeface="Archivo" panose="020B0604020202020204" charset="0"/>
                          <a:sym typeface="Arial"/>
                        </a:rPr>
                        <a:t>decouple the mathematical model of the body to handle underactuated wheels</a:t>
                      </a:r>
                      <a:endParaRPr lang="en-US" sz="1400" b="0" i="0" u="none" strike="noStrike" cap="none" dirty="0">
                        <a:solidFill>
                          <a:schemeClr val="dk1"/>
                        </a:solidFill>
                        <a:latin typeface="Archivo" panose="020B0604020202020204" charset="0"/>
                        <a:cs typeface="Archivo" panose="020B0604020202020204" charset="0"/>
                        <a:sym typeface="Arial"/>
                      </a:endParaRPr>
                    </a:p>
                  </a:txBody>
                  <a:tcPr/>
                </a:tc>
                <a:tc hMerge="1">
                  <a:txBody>
                    <a:bodyPr/>
                    <a:lstStyle/>
                    <a:p>
                      <a:endParaRPr lang="en-US" dirty="0"/>
                    </a:p>
                  </a:txBody>
                  <a:tcPr/>
                </a:tc>
                <a:extLst>
                  <a:ext uri="{0D108BD9-81ED-4DB2-BD59-A6C34878D82A}">
                    <a16:rowId xmlns:a16="http://schemas.microsoft.com/office/drawing/2014/main" val="1127007894"/>
                  </a:ext>
                </a:extLst>
              </a:tr>
              <a:tr h="31865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1" u="none" strike="noStrike" cap="none" dirty="0">
                          <a:solidFill>
                            <a:schemeClr val="dk1"/>
                          </a:solidFill>
                          <a:latin typeface="IBM Plex Mono" panose="020B0509050203000203" pitchFamily="49" charset="0"/>
                          <a:sym typeface="Archivo"/>
                        </a:rPr>
                        <a:t>Upper Body</a:t>
                      </a:r>
                      <a:endParaRPr lang="en-US" sz="1400" b="1" i="0" u="none" strike="noStrike" cap="none" dirty="0">
                        <a:solidFill>
                          <a:schemeClr val="dk1"/>
                        </a:solidFill>
                        <a:latin typeface="IBM Plex Mono" panose="020B0509050203000203" pitchFamily="49" charset="0"/>
                        <a:cs typeface="Archivo"/>
                        <a:sym typeface="Archivo"/>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1" u="none" strike="noStrike" cap="none" dirty="0">
                          <a:solidFill>
                            <a:schemeClr val="dk1"/>
                          </a:solidFill>
                          <a:latin typeface="IBM Plex Mono" panose="020B0509050203000203" pitchFamily="49" charset="0"/>
                          <a:sym typeface="Archivo"/>
                        </a:rPr>
                        <a:t>Lower Body</a:t>
                      </a:r>
                      <a:endParaRPr lang="en-US" sz="1400" b="1" i="0" u="none" strike="noStrike" cap="none" dirty="0">
                        <a:solidFill>
                          <a:schemeClr val="dk1"/>
                        </a:solidFill>
                        <a:latin typeface="IBM Plex Mono" panose="020B0509050203000203" pitchFamily="49" charset="0"/>
                        <a:cs typeface="Archivo"/>
                        <a:sym typeface="Archivo"/>
                      </a:endParaRPr>
                    </a:p>
                  </a:txBody>
                  <a:tcPr/>
                </a:tc>
                <a:extLst>
                  <a:ext uri="{0D108BD9-81ED-4DB2-BD59-A6C34878D82A}">
                    <a16:rowId xmlns:a16="http://schemas.microsoft.com/office/drawing/2014/main" val="359452443"/>
                  </a:ext>
                </a:extLst>
              </a:tr>
              <a:tr h="60544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u="none" strike="noStrike" cap="none" dirty="0">
                          <a:solidFill>
                            <a:schemeClr val="dk1"/>
                          </a:solidFill>
                          <a:latin typeface="Archivo" panose="020B0604020202020204" charset="0"/>
                          <a:cs typeface="Archivo" panose="020B0604020202020204" charset="0"/>
                          <a:sym typeface="Archivo"/>
                        </a:rPr>
                        <a:t>A Task-Space (PD) Controller drives the fully actuated hips and knees </a:t>
                      </a:r>
                      <a:endParaRPr lang="en-US" dirty="0">
                        <a:latin typeface="Archivo" panose="020B0604020202020204" charset="0"/>
                        <a:cs typeface="Archivo" panose="020B0604020202020204"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u="none" strike="noStrike" cap="none" dirty="0">
                          <a:solidFill>
                            <a:schemeClr val="dk1"/>
                          </a:solidFill>
                          <a:latin typeface="Archivo" panose="020B0604020202020204" charset="0"/>
                          <a:cs typeface="Archivo" panose="020B0604020202020204" charset="0"/>
                          <a:sym typeface="Archivo"/>
                        </a:rPr>
                        <a:t>A Time-Varying Linear Quadratic Regulator (TV-LQR) handles the unstable wheels</a:t>
                      </a:r>
                      <a:endParaRPr lang="en-US" dirty="0">
                        <a:latin typeface="Archivo" panose="020B0604020202020204" charset="0"/>
                        <a:cs typeface="Archivo" panose="020B0604020202020204" charset="0"/>
                      </a:endParaRPr>
                    </a:p>
                  </a:txBody>
                  <a:tcPr/>
                </a:tc>
                <a:extLst>
                  <a:ext uri="{0D108BD9-81ED-4DB2-BD59-A6C34878D82A}">
                    <a16:rowId xmlns:a16="http://schemas.microsoft.com/office/drawing/2014/main" val="3504551437"/>
                  </a:ext>
                </a:extLst>
              </a:tr>
            </a:tbl>
          </a:graphicData>
        </a:graphic>
      </p:graphicFrame>
      <p:pic>
        <p:nvPicPr>
          <p:cNvPr id="36" name="Picture 35">
            <a:extLst>
              <a:ext uri="{FF2B5EF4-FFF2-40B4-BE49-F238E27FC236}">
                <a16:creationId xmlns:a16="http://schemas.microsoft.com/office/drawing/2014/main" id="{F0B3F7E6-08D5-357F-1F7B-7D66CE06857C}"/>
              </a:ext>
            </a:extLst>
          </p:cNvPr>
          <p:cNvPicPr>
            <a:picLocks noChangeAspect="1"/>
          </p:cNvPicPr>
          <p:nvPr/>
        </p:nvPicPr>
        <p:blipFill>
          <a:blip r:embed="rId3"/>
          <a:srcRect b="14856"/>
          <a:stretch>
            <a:fillRect/>
          </a:stretch>
        </p:blipFill>
        <p:spPr>
          <a:xfrm>
            <a:off x="1972877" y="3163329"/>
            <a:ext cx="1541829" cy="1491798"/>
          </a:xfrm>
          <a:prstGeom prst="rect">
            <a:avLst/>
          </a:prstGeom>
        </p:spPr>
      </p:pic>
      <p:pic>
        <p:nvPicPr>
          <p:cNvPr id="40" name="Picture 39">
            <a:extLst>
              <a:ext uri="{FF2B5EF4-FFF2-40B4-BE49-F238E27FC236}">
                <a16:creationId xmlns:a16="http://schemas.microsoft.com/office/drawing/2014/main" id="{C0083370-3B50-6B93-7781-9C434F422E6F}"/>
              </a:ext>
            </a:extLst>
          </p:cNvPr>
          <p:cNvPicPr>
            <a:picLocks noChangeAspect="1"/>
          </p:cNvPicPr>
          <p:nvPr/>
        </p:nvPicPr>
        <p:blipFill>
          <a:blip r:embed="rId4"/>
          <a:srcRect b="14651"/>
          <a:stretch>
            <a:fillRect/>
          </a:stretch>
        </p:blipFill>
        <p:spPr>
          <a:xfrm>
            <a:off x="5516032" y="3138964"/>
            <a:ext cx="1486891" cy="1516164"/>
          </a:xfrm>
          <a:prstGeom prst="rect">
            <a:avLst/>
          </a:prstGeom>
        </p:spPr>
      </p:pic>
    </p:spTree>
    <p:extLst>
      <p:ext uri="{BB962C8B-B14F-4D97-AF65-F5344CB8AC3E}">
        <p14:creationId xmlns:p14="http://schemas.microsoft.com/office/powerpoint/2010/main" val="13004268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88">
          <a:extLst>
            <a:ext uri="{FF2B5EF4-FFF2-40B4-BE49-F238E27FC236}">
              <a16:creationId xmlns:a16="http://schemas.microsoft.com/office/drawing/2014/main" id="{87F933C5-AAFA-65F3-2ECF-144C263E9C95}"/>
            </a:ext>
          </a:extLst>
        </p:cNvPr>
        <p:cNvGrpSpPr/>
        <p:nvPr/>
      </p:nvGrpSpPr>
      <p:grpSpPr>
        <a:xfrm>
          <a:off x="0" y="0"/>
          <a:ext cx="0" cy="0"/>
          <a:chOff x="0" y="0"/>
          <a:chExt cx="0" cy="0"/>
        </a:xfrm>
      </p:grpSpPr>
      <p:sp>
        <p:nvSpPr>
          <p:cNvPr id="489" name="Google Shape;489;p49">
            <a:extLst>
              <a:ext uri="{FF2B5EF4-FFF2-40B4-BE49-F238E27FC236}">
                <a16:creationId xmlns:a16="http://schemas.microsoft.com/office/drawing/2014/main" id="{32F71280-8F6C-4D0C-8E7F-E251B5FD0DCC}"/>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US" sz="2000" dirty="0"/>
              <a:t>Handling the Unknown with Disturbance Observers (DOB)</a:t>
            </a:r>
            <a:endParaRPr sz="2000" dirty="0"/>
          </a:p>
        </p:txBody>
      </p:sp>
      <p:sp>
        <p:nvSpPr>
          <p:cNvPr id="490" name="Google Shape;490;p49">
            <a:extLst>
              <a:ext uri="{FF2B5EF4-FFF2-40B4-BE49-F238E27FC236}">
                <a16:creationId xmlns:a16="http://schemas.microsoft.com/office/drawing/2014/main" id="{6767506B-1FF7-11E9-0093-FB6B10A980BA}"/>
              </a:ext>
            </a:extLst>
          </p:cNvPr>
          <p:cNvSpPr txBox="1">
            <a:spLocks noGrp="1"/>
          </p:cNvSpPr>
          <p:nvPr>
            <p:ph type="subTitle" idx="1"/>
          </p:nvPr>
        </p:nvSpPr>
        <p:spPr>
          <a:xfrm>
            <a:off x="720000" y="2622023"/>
            <a:ext cx="3097048" cy="665400"/>
          </a:xfrm>
          <a:prstGeom prst="rect">
            <a:avLst/>
          </a:prstGeom>
        </p:spPr>
        <p:txBody>
          <a:bodyPr spcFirstLastPara="1" wrap="square" lIns="91425" tIns="91425" rIns="91425" bIns="91425" anchor="t" anchorCtr="0">
            <a:noAutofit/>
          </a:bodyPr>
          <a:lstStyle/>
          <a:p>
            <a:pPr marL="0" lvl="0" indent="0"/>
            <a:r>
              <a:rPr lang="en-US" dirty="0"/>
              <a:t>Splitting the controllers creates unmodeled "coupling forces" between the upper and lower body</a:t>
            </a:r>
            <a:endParaRPr dirty="0"/>
          </a:p>
        </p:txBody>
      </p:sp>
      <p:sp>
        <p:nvSpPr>
          <p:cNvPr id="491" name="Google Shape;491;p49">
            <a:extLst>
              <a:ext uri="{FF2B5EF4-FFF2-40B4-BE49-F238E27FC236}">
                <a16:creationId xmlns:a16="http://schemas.microsoft.com/office/drawing/2014/main" id="{68C75981-BDD2-3802-3EFB-682082578BBF}"/>
              </a:ext>
            </a:extLst>
          </p:cNvPr>
          <p:cNvSpPr txBox="1">
            <a:spLocks noGrp="1"/>
          </p:cNvSpPr>
          <p:nvPr>
            <p:ph type="subTitle" idx="2"/>
          </p:nvPr>
        </p:nvSpPr>
        <p:spPr>
          <a:xfrm>
            <a:off x="5326950" y="2622023"/>
            <a:ext cx="3097048" cy="665400"/>
          </a:xfrm>
          <a:prstGeom prst="rect">
            <a:avLst/>
          </a:prstGeom>
        </p:spPr>
        <p:txBody>
          <a:bodyPr spcFirstLastPara="1" wrap="square" lIns="91425" tIns="91425" rIns="91425" bIns="91425" anchor="t" anchorCtr="0">
            <a:noAutofit/>
          </a:bodyPr>
          <a:lstStyle/>
          <a:p>
            <a:pPr marL="0" lvl="0" indent="0"/>
            <a:r>
              <a:rPr lang="en-US" dirty="0"/>
              <a:t>Instead of perfectly modeling these complex connections, Disturbance Observers (DOB) estimate them in real-time and inject corrective torque to cancel them out.</a:t>
            </a:r>
            <a:endParaRPr dirty="0"/>
          </a:p>
        </p:txBody>
      </p:sp>
      <p:sp>
        <p:nvSpPr>
          <p:cNvPr id="493" name="Google Shape;493;p49">
            <a:extLst>
              <a:ext uri="{FF2B5EF4-FFF2-40B4-BE49-F238E27FC236}">
                <a16:creationId xmlns:a16="http://schemas.microsoft.com/office/drawing/2014/main" id="{361FF7BD-37D4-18EE-A5C3-7B50B7233DF3}"/>
              </a:ext>
            </a:extLst>
          </p:cNvPr>
          <p:cNvSpPr txBox="1">
            <a:spLocks noGrp="1"/>
          </p:cNvSpPr>
          <p:nvPr>
            <p:ph type="subTitle" idx="5"/>
          </p:nvPr>
        </p:nvSpPr>
        <p:spPr>
          <a:xfrm>
            <a:off x="720000" y="2032823"/>
            <a:ext cx="3097048" cy="665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de" sz="1600" dirty="0"/>
              <a:t>The issue with composite controllers</a:t>
            </a:r>
            <a:endParaRPr sz="1600" dirty="0"/>
          </a:p>
        </p:txBody>
      </p:sp>
      <p:sp>
        <p:nvSpPr>
          <p:cNvPr id="497" name="Google Shape;497;p49">
            <a:extLst>
              <a:ext uri="{FF2B5EF4-FFF2-40B4-BE49-F238E27FC236}">
                <a16:creationId xmlns:a16="http://schemas.microsoft.com/office/drawing/2014/main" id="{D5E42D97-746F-B87D-2D38-154B012C161D}"/>
              </a:ext>
            </a:extLst>
          </p:cNvPr>
          <p:cNvSpPr txBox="1">
            <a:spLocks noGrp="1"/>
          </p:cNvSpPr>
          <p:nvPr>
            <p:ph type="subTitle" idx="7"/>
          </p:nvPr>
        </p:nvSpPr>
        <p:spPr>
          <a:xfrm>
            <a:off x="5326950" y="2032823"/>
            <a:ext cx="3097048" cy="589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de" dirty="0"/>
              <a:t>The solution</a:t>
            </a:r>
            <a:endParaRPr dirty="0"/>
          </a:p>
        </p:txBody>
      </p:sp>
    </p:spTree>
    <p:extLst>
      <p:ext uri="{BB962C8B-B14F-4D97-AF65-F5344CB8AC3E}">
        <p14:creationId xmlns:p14="http://schemas.microsoft.com/office/powerpoint/2010/main" val="38203425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38">
          <a:extLst>
            <a:ext uri="{FF2B5EF4-FFF2-40B4-BE49-F238E27FC236}">
              <a16:creationId xmlns:a16="http://schemas.microsoft.com/office/drawing/2014/main" id="{034FBFD4-1BE9-3971-FF24-39690E6D6A7D}"/>
            </a:ext>
          </a:extLst>
        </p:cNvPr>
        <p:cNvGrpSpPr/>
        <p:nvPr/>
      </p:nvGrpSpPr>
      <p:grpSpPr>
        <a:xfrm>
          <a:off x="0" y="0"/>
          <a:ext cx="0" cy="0"/>
          <a:chOff x="0" y="0"/>
          <a:chExt cx="0" cy="0"/>
        </a:xfrm>
      </p:grpSpPr>
      <p:sp>
        <p:nvSpPr>
          <p:cNvPr id="439" name="Google Shape;439;p44">
            <a:extLst>
              <a:ext uri="{FF2B5EF4-FFF2-40B4-BE49-F238E27FC236}">
                <a16:creationId xmlns:a16="http://schemas.microsoft.com/office/drawing/2014/main" id="{8700D1DD-41D3-70CC-A901-DA100A93DE51}"/>
              </a:ext>
            </a:extLst>
          </p:cNvPr>
          <p:cNvSpPr txBox="1">
            <a:spLocks noGrp="1"/>
          </p:cNvSpPr>
          <p:nvPr>
            <p:ph type="title"/>
          </p:nvPr>
        </p:nvSpPr>
        <p:spPr>
          <a:xfrm>
            <a:off x="1902336" y="2414818"/>
            <a:ext cx="5620682" cy="1047000"/>
          </a:xfrm>
          <a:prstGeom prst="rect">
            <a:avLst/>
          </a:prstGeom>
        </p:spPr>
        <p:txBody>
          <a:bodyPr spcFirstLastPara="1" wrap="square" lIns="91425" tIns="91425" rIns="91425" bIns="91425" anchor="b" anchorCtr="0">
            <a:noAutofit/>
          </a:bodyPr>
          <a:lstStyle/>
          <a:p>
            <a:pPr lvl="0"/>
            <a:r>
              <a:rPr lang="en-US" sz="2800" dirty="0"/>
              <a:t>VALIDATION, SIMULATION, AND ANALYSIS</a:t>
            </a:r>
            <a:endParaRPr sz="2800" dirty="0"/>
          </a:p>
        </p:txBody>
      </p:sp>
      <p:sp>
        <p:nvSpPr>
          <p:cNvPr id="440" name="Google Shape;440;p44">
            <a:extLst>
              <a:ext uri="{FF2B5EF4-FFF2-40B4-BE49-F238E27FC236}">
                <a16:creationId xmlns:a16="http://schemas.microsoft.com/office/drawing/2014/main" id="{DCFB8626-0F2E-130C-BE43-52F2F76AE83D}"/>
              </a:ext>
            </a:extLst>
          </p:cNvPr>
          <p:cNvSpPr txBox="1">
            <a:spLocks noGrp="1"/>
          </p:cNvSpPr>
          <p:nvPr>
            <p:ph type="title" idx="2"/>
          </p:nvPr>
        </p:nvSpPr>
        <p:spPr>
          <a:xfrm>
            <a:off x="2042402" y="1436575"/>
            <a:ext cx="1995000" cy="915900"/>
          </a:xfrm>
          <a:prstGeom prst="rect">
            <a:avLst/>
          </a:prstGeom>
        </p:spPr>
        <p:txBody>
          <a:bodyPr spcFirstLastPara="1" wrap="square" lIns="91425" tIns="91425" rIns="91425" bIns="0" anchor="ctr" anchorCtr="0">
            <a:noAutofit/>
          </a:bodyPr>
          <a:lstStyle/>
          <a:p>
            <a:pPr marL="0" lvl="0" indent="0" algn="ctr" rtl="0">
              <a:spcBef>
                <a:spcPts val="0"/>
              </a:spcBef>
              <a:spcAft>
                <a:spcPts val="0"/>
              </a:spcAft>
              <a:buNone/>
            </a:pPr>
            <a:r>
              <a:rPr lang="de" dirty="0"/>
              <a:t>05</a:t>
            </a:r>
            <a:endParaRPr dirty="0"/>
          </a:p>
        </p:txBody>
      </p:sp>
      <p:sp>
        <p:nvSpPr>
          <p:cNvPr id="441" name="Google Shape;441;p44">
            <a:extLst>
              <a:ext uri="{FF2B5EF4-FFF2-40B4-BE49-F238E27FC236}">
                <a16:creationId xmlns:a16="http://schemas.microsoft.com/office/drawing/2014/main" id="{40834DE8-A985-79CE-8795-639C2ADCFF17}"/>
              </a:ext>
            </a:extLst>
          </p:cNvPr>
          <p:cNvSpPr txBox="1">
            <a:spLocks noGrp="1"/>
          </p:cNvSpPr>
          <p:nvPr>
            <p:ph type="subTitle" idx="1"/>
          </p:nvPr>
        </p:nvSpPr>
        <p:spPr>
          <a:xfrm>
            <a:off x="1902324" y="3344388"/>
            <a:ext cx="5067600" cy="37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pic>
        <p:nvPicPr>
          <p:cNvPr id="442" name="Google Shape;442;p44">
            <a:extLst>
              <a:ext uri="{FF2B5EF4-FFF2-40B4-BE49-F238E27FC236}">
                <a16:creationId xmlns:a16="http://schemas.microsoft.com/office/drawing/2014/main" id="{C71C454D-4957-7376-0857-3544DC5FB0E4}"/>
              </a:ext>
            </a:extLst>
          </p:cNvPr>
          <p:cNvPicPr preferRelativeResize="0"/>
          <p:nvPr/>
        </p:nvPicPr>
        <p:blipFill rotWithShape="1">
          <a:blip r:embed="rId3">
            <a:alphaModFix/>
          </a:blip>
          <a:srcRect t="19097" r="5042" b="2954"/>
          <a:stretch/>
        </p:blipFill>
        <p:spPr>
          <a:xfrm flipH="1">
            <a:off x="4037238" y="1481775"/>
            <a:ext cx="3716124" cy="958849"/>
          </a:xfrm>
          <a:prstGeom prst="rect">
            <a:avLst/>
          </a:prstGeom>
          <a:noFill/>
          <a:ln>
            <a:noFill/>
          </a:ln>
        </p:spPr>
      </p:pic>
      <p:grpSp>
        <p:nvGrpSpPr>
          <p:cNvPr id="443" name="Google Shape;443;p44">
            <a:extLst>
              <a:ext uri="{FF2B5EF4-FFF2-40B4-BE49-F238E27FC236}">
                <a16:creationId xmlns:a16="http://schemas.microsoft.com/office/drawing/2014/main" id="{2CDC4CBF-34C4-930E-ADAB-05CFA1EFE286}"/>
              </a:ext>
            </a:extLst>
          </p:cNvPr>
          <p:cNvGrpSpPr/>
          <p:nvPr/>
        </p:nvGrpSpPr>
        <p:grpSpPr>
          <a:xfrm>
            <a:off x="8400" y="69700"/>
            <a:ext cx="9135601" cy="5004101"/>
            <a:chOff x="8400" y="69700"/>
            <a:chExt cx="9135601" cy="5004101"/>
          </a:xfrm>
        </p:grpSpPr>
        <p:pic>
          <p:nvPicPr>
            <p:cNvPr id="444" name="Google Shape;444;p44">
              <a:extLst>
                <a:ext uri="{FF2B5EF4-FFF2-40B4-BE49-F238E27FC236}">
                  <a16:creationId xmlns:a16="http://schemas.microsoft.com/office/drawing/2014/main" id="{4F4168A7-AFA0-9DEF-3A0B-1FB4B93B6D51}"/>
                </a:ext>
              </a:extLst>
            </p:cNvPr>
            <p:cNvPicPr preferRelativeResize="0"/>
            <p:nvPr/>
          </p:nvPicPr>
          <p:blipFill rotWithShape="1">
            <a:blip r:embed="rId4">
              <a:alphaModFix/>
            </a:blip>
            <a:srcRect t="1400" r="83036" b="-1400"/>
            <a:stretch/>
          </p:blipFill>
          <p:spPr>
            <a:xfrm>
              <a:off x="8010525" y="69700"/>
              <a:ext cx="1133476" cy="5004101"/>
            </a:xfrm>
            <a:prstGeom prst="rect">
              <a:avLst/>
            </a:prstGeom>
            <a:noFill/>
            <a:ln>
              <a:noFill/>
            </a:ln>
          </p:spPr>
        </p:pic>
        <p:pic>
          <p:nvPicPr>
            <p:cNvPr id="445" name="Google Shape;445;p44">
              <a:extLst>
                <a:ext uri="{FF2B5EF4-FFF2-40B4-BE49-F238E27FC236}">
                  <a16:creationId xmlns:a16="http://schemas.microsoft.com/office/drawing/2014/main" id="{87DA8068-4039-3105-D880-E96C8D4E25C1}"/>
                </a:ext>
              </a:extLst>
            </p:cNvPr>
            <p:cNvPicPr preferRelativeResize="0"/>
            <p:nvPr/>
          </p:nvPicPr>
          <p:blipFill rotWithShape="1">
            <a:blip r:embed="rId4">
              <a:alphaModFix/>
            </a:blip>
            <a:srcRect t="1400" r="83036" b="-1400"/>
            <a:stretch/>
          </p:blipFill>
          <p:spPr>
            <a:xfrm rot="10800000">
              <a:off x="8400" y="69700"/>
              <a:ext cx="1133476" cy="5004101"/>
            </a:xfrm>
            <a:prstGeom prst="rect">
              <a:avLst/>
            </a:prstGeom>
            <a:noFill/>
            <a:ln>
              <a:noFill/>
            </a:ln>
          </p:spPr>
        </p:pic>
      </p:grpSp>
    </p:spTree>
    <p:extLst>
      <p:ext uri="{BB962C8B-B14F-4D97-AF65-F5344CB8AC3E}">
        <p14:creationId xmlns:p14="http://schemas.microsoft.com/office/powerpoint/2010/main" val="4318295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88">
          <a:extLst>
            <a:ext uri="{FF2B5EF4-FFF2-40B4-BE49-F238E27FC236}">
              <a16:creationId xmlns:a16="http://schemas.microsoft.com/office/drawing/2014/main" id="{B51B1FED-BECC-ABDA-5069-1DED6ADB2EAB}"/>
            </a:ext>
          </a:extLst>
        </p:cNvPr>
        <p:cNvGrpSpPr/>
        <p:nvPr/>
      </p:nvGrpSpPr>
      <p:grpSpPr>
        <a:xfrm>
          <a:off x="0" y="0"/>
          <a:ext cx="0" cy="0"/>
          <a:chOff x="0" y="0"/>
          <a:chExt cx="0" cy="0"/>
        </a:xfrm>
      </p:grpSpPr>
      <p:sp>
        <p:nvSpPr>
          <p:cNvPr id="489" name="Google Shape;489;p49">
            <a:extLst>
              <a:ext uri="{FF2B5EF4-FFF2-40B4-BE49-F238E27FC236}">
                <a16:creationId xmlns:a16="http://schemas.microsoft.com/office/drawing/2014/main" id="{B481DDFE-95AC-818A-F745-11696652C770}"/>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US" sz="2000" dirty="0"/>
              <a:t>The Region of Attraction</a:t>
            </a:r>
            <a:endParaRPr sz="2000" dirty="0"/>
          </a:p>
        </p:txBody>
      </p:sp>
      <p:sp>
        <p:nvSpPr>
          <p:cNvPr id="490" name="Google Shape;490;p49">
            <a:extLst>
              <a:ext uri="{FF2B5EF4-FFF2-40B4-BE49-F238E27FC236}">
                <a16:creationId xmlns:a16="http://schemas.microsoft.com/office/drawing/2014/main" id="{977694AB-59A4-3720-C0B6-049E93E92256}"/>
              </a:ext>
            </a:extLst>
          </p:cNvPr>
          <p:cNvSpPr txBox="1">
            <a:spLocks noGrp="1"/>
          </p:cNvSpPr>
          <p:nvPr>
            <p:ph type="subTitle" idx="1"/>
          </p:nvPr>
        </p:nvSpPr>
        <p:spPr>
          <a:xfrm>
            <a:off x="720000" y="1606926"/>
            <a:ext cx="3097048" cy="665400"/>
          </a:xfrm>
          <a:prstGeom prst="rect">
            <a:avLst/>
          </a:prstGeom>
        </p:spPr>
        <p:txBody>
          <a:bodyPr spcFirstLastPara="1" wrap="square" lIns="91425" tIns="91425" rIns="91425" bIns="91425" anchor="t" anchorCtr="0">
            <a:noAutofit/>
          </a:bodyPr>
          <a:lstStyle/>
          <a:p>
            <a:pPr marL="0" lvl="0" indent="0"/>
            <a:r>
              <a:rPr lang="en-US" sz="1200" dirty="0">
                <a:sym typeface="Arial"/>
              </a:rPr>
              <a:t>The planner is robust across a wide state space but limited by hardware constraints like a 12 Nm wheel torque and 200 N leg force.</a:t>
            </a:r>
            <a:endParaRPr sz="1200" dirty="0">
              <a:sym typeface="Arial"/>
            </a:endParaRPr>
          </a:p>
        </p:txBody>
      </p:sp>
      <mc:AlternateContent xmlns:mc="http://schemas.openxmlformats.org/markup-compatibility/2006" xmlns:a14="http://schemas.microsoft.com/office/drawing/2010/main">
        <mc:Choice Requires="a14">
          <p:sp>
            <p:nvSpPr>
              <p:cNvPr id="491" name="Google Shape;491;p49">
                <a:extLst>
                  <a:ext uri="{FF2B5EF4-FFF2-40B4-BE49-F238E27FC236}">
                    <a16:creationId xmlns:a16="http://schemas.microsoft.com/office/drawing/2014/main" id="{CF23A1E0-59CD-67B4-CB69-D556E220F9E3}"/>
                  </a:ext>
                </a:extLst>
              </p:cNvPr>
              <p:cNvSpPr txBox="1">
                <a:spLocks noGrp="1"/>
              </p:cNvSpPr>
              <p:nvPr>
                <p:ph type="subTitle" idx="2"/>
              </p:nvPr>
            </p:nvSpPr>
            <p:spPr>
              <a:xfrm>
                <a:off x="720000" y="3347223"/>
                <a:ext cx="3097048" cy="665400"/>
              </a:xfrm>
              <a:prstGeom prst="rect">
                <a:avLst/>
              </a:prstGeom>
            </p:spPr>
            <p:txBody>
              <a:bodyPr spcFirstLastPara="1" wrap="square" lIns="91425" tIns="91425" rIns="91425" bIns="91425" anchor="t" anchorCtr="0">
                <a:noAutofit/>
              </a:bodyPr>
              <a:lstStyle/>
              <a:p>
                <a:pPr marL="0" lvl="0" indent="0"/>
                <a:r>
                  <a:rPr lang="en-US" sz="1200" dirty="0"/>
                  <a:t>The system collapses if three variables are pushed to extremes simultaneously: extreme tilting angle </a:t>
                </a:r>
                <a14:m>
                  <m:oMath xmlns:m="http://schemas.openxmlformats.org/officeDocument/2006/math">
                    <m:r>
                      <a:rPr lang="en-US" sz="1200" i="1" dirty="0" smtClean="0">
                        <a:latin typeface="Cambria Math" panose="02040503050406030204" pitchFamily="18" charset="0"/>
                        <a:ea typeface="Cambria Math" panose="02040503050406030204" pitchFamily="18" charset="0"/>
                      </a:rPr>
                      <m:t>𝜃</m:t>
                    </m:r>
                  </m:oMath>
                </a14:m>
                <a:r>
                  <a:rPr lang="en-US" sz="1200" dirty="0"/>
                  <a:t>, high tilting rate </a:t>
                </a:r>
                <a14:m>
                  <m:oMath xmlns:m="http://schemas.openxmlformats.org/officeDocument/2006/math">
                    <m:acc>
                      <m:accPr>
                        <m:chr m:val="̇"/>
                        <m:ctrlPr>
                          <a:rPr lang="en-US" sz="1200" i="1" dirty="0" smtClean="0">
                            <a:latin typeface="Cambria Math" panose="02040503050406030204" pitchFamily="18" charset="0"/>
                          </a:rPr>
                        </m:ctrlPr>
                      </m:accPr>
                      <m:e>
                        <m:r>
                          <a:rPr lang="en-US" sz="1200" i="1" dirty="0" smtClean="0">
                            <a:latin typeface="Cambria Math" panose="02040503050406030204" pitchFamily="18" charset="0"/>
                            <a:ea typeface="Cambria Math" panose="02040503050406030204" pitchFamily="18" charset="0"/>
                          </a:rPr>
                          <m:t>𝜃</m:t>
                        </m:r>
                      </m:e>
                    </m:acc>
                  </m:oMath>
                </a14:m>
                <a:r>
                  <a:rPr lang="en-US" sz="1200" dirty="0"/>
                  <a:t>, and high leg expansion rate </a:t>
                </a:r>
                <a14:m>
                  <m:oMath xmlns:m="http://schemas.openxmlformats.org/officeDocument/2006/math">
                    <m:acc>
                      <m:accPr>
                        <m:chr m:val="̇"/>
                        <m:ctrlPr>
                          <a:rPr lang="en-US" sz="1200" i="1" dirty="0" smtClean="0">
                            <a:latin typeface="Cambria Math" panose="02040503050406030204" pitchFamily="18" charset="0"/>
                          </a:rPr>
                        </m:ctrlPr>
                      </m:accPr>
                      <m:e>
                        <m:r>
                          <a:rPr lang="en-US" sz="1200" b="0" i="1" dirty="0" smtClean="0">
                            <a:latin typeface="Cambria Math" panose="02040503050406030204" pitchFamily="18" charset="0"/>
                          </a:rPr>
                          <m:t>𝐿</m:t>
                        </m:r>
                      </m:e>
                    </m:acc>
                  </m:oMath>
                </a14:m>
                <a:r>
                  <a:rPr lang="en-US" sz="1200" dirty="0"/>
                  <a:t>. </a:t>
                </a:r>
                <a:endParaRPr sz="1200" dirty="0"/>
              </a:p>
            </p:txBody>
          </p:sp>
        </mc:Choice>
        <mc:Fallback xmlns="">
          <p:sp>
            <p:nvSpPr>
              <p:cNvPr id="491" name="Google Shape;491;p49">
                <a:extLst>
                  <a:ext uri="{FF2B5EF4-FFF2-40B4-BE49-F238E27FC236}">
                    <a16:creationId xmlns:a16="http://schemas.microsoft.com/office/drawing/2014/main" id="{CF23A1E0-59CD-67B4-CB69-D556E220F9E3}"/>
                  </a:ext>
                </a:extLst>
              </p:cNvPr>
              <p:cNvSpPr txBox="1">
                <a:spLocks noGrp="1" noRot="1" noChangeAspect="1" noMove="1" noResize="1" noEditPoints="1" noAdjustHandles="1" noChangeArrowheads="1" noChangeShapeType="1" noTextEdit="1"/>
              </p:cNvSpPr>
              <p:nvPr>
                <p:ph type="subTitle" idx="2"/>
              </p:nvPr>
            </p:nvSpPr>
            <p:spPr>
              <a:xfrm>
                <a:off x="720000" y="3347223"/>
                <a:ext cx="3097048" cy="665400"/>
              </a:xfrm>
              <a:prstGeom prst="rect">
                <a:avLst/>
              </a:prstGeom>
              <a:blipFill>
                <a:blip r:embed="rId3"/>
                <a:stretch>
                  <a:fillRect b="-55046"/>
                </a:stretch>
              </a:blipFill>
            </p:spPr>
            <p:txBody>
              <a:bodyPr/>
              <a:lstStyle/>
              <a:p>
                <a:r>
                  <a:rPr lang="en-US">
                    <a:noFill/>
                  </a:rPr>
                  <a:t> </a:t>
                </a:r>
              </a:p>
            </p:txBody>
          </p:sp>
        </mc:Fallback>
      </mc:AlternateContent>
      <p:sp>
        <p:nvSpPr>
          <p:cNvPr id="493" name="Google Shape;493;p49">
            <a:extLst>
              <a:ext uri="{FF2B5EF4-FFF2-40B4-BE49-F238E27FC236}">
                <a16:creationId xmlns:a16="http://schemas.microsoft.com/office/drawing/2014/main" id="{D8ABF3E8-55E3-91CD-3852-6D0FC168C65B}"/>
              </a:ext>
            </a:extLst>
          </p:cNvPr>
          <p:cNvSpPr txBox="1">
            <a:spLocks noGrp="1"/>
          </p:cNvSpPr>
          <p:nvPr>
            <p:ph type="subTitle" idx="5"/>
          </p:nvPr>
        </p:nvSpPr>
        <p:spPr>
          <a:xfrm>
            <a:off x="720000" y="1017726"/>
            <a:ext cx="3097048" cy="665400"/>
          </a:xfrm>
          <a:prstGeom prst="rect">
            <a:avLst/>
          </a:prstGeom>
        </p:spPr>
        <p:txBody>
          <a:bodyPr spcFirstLastPara="1" wrap="square" lIns="91425" tIns="91425" rIns="91425" bIns="91425" anchor="ctr" anchorCtr="0">
            <a:noAutofit/>
          </a:bodyPr>
          <a:lstStyle/>
          <a:p>
            <a:pPr marL="0" lvl="0" indent="0"/>
            <a:r>
              <a:rPr lang="en-US" sz="1600" dirty="0"/>
              <a:t>Robustness</a:t>
            </a:r>
            <a:endParaRPr sz="1600" dirty="0"/>
          </a:p>
        </p:txBody>
      </p:sp>
      <p:sp>
        <p:nvSpPr>
          <p:cNvPr id="497" name="Google Shape;497;p49">
            <a:extLst>
              <a:ext uri="{FF2B5EF4-FFF2-40B4-BE49-F238E27FC236}">
                <a16:creationId xmlns:a16="http://schemas.microsoft.com/office/drawing/2014/main" id="{FF742980-D325-6EDD-7192-D091E8C8BE2D}"/>
              </a:ext>
            </a:extLst>
          </p:cNvPr>
          <p:cNvSpPr txBox="1">
            <a:spLocks noGrp="1"/>
          </p:cNvSpPr>
          <p:nvPr>
            <p:ph type="subTitle" idx="7"/>
          </p:nvPr>
        </p:nvSpPr>
        <p:spPr>
          <a:xfrm>
            <a:off x="720000" y="2758023"/>
            <a:ext cx="3097048" cy="589200"/>
          </a:xfrm>
          <a:prstGeom prst="rect">
            <a:avLst/>
          </a:prstGeom>
        </p:spPr>
        <p:txBody>
          <a:bodyPr spcFirstLastPara="1" wrap="square" lIns="91425" tIns="91425" rIns="91425" bIns="91425" anchor="b" anchorCtr="0">
            <a:noAutofit/>
          </a:bodyPr>
          <a:lstStyle/>
          <a:p>
            <a:pPr marL="0" lvl="0" indent="0"/>
            <a:r>
              <a:rPr lang="en-US" sz="1600" dirty="0"/>
              <a:t>Failure Conditions</a:t>
            </a:r>
            <a:endParaRPr sz="1600" dirty="0"/>
          </a:p>
        </p:txBody>
      </p:sp>
      <p:pic>
        <p:nvPicPr>
          <p:cNvPr id="5" name="Picture 4">
            <a:extLst>
              <a:ext uri="{FF2B5EF4-FFF2-40B4-BE49-F238E27FC236}">
                <a16:creationId xmlns:a16="http://schemas.microsoft.com/office/drawing/2014/main" id="{A478B2F1-A4E3-DC4C-8AD1-603404DC8824}"/>
              </a:ext>
            </a:extLst>
          </p:cNvPr>
          <p:cNvPicPr>
            <a:picLocks noChangeAspect="1"/>
          </p:cNvPicPr>
          <p:nvPr/>
        </p:nvPicPr>
        <p:blipFill>
          <a:blip r:embed="rId4"/>
          <a:srcRect/>
          <a:stretch/>
        </p:blipFill>
        <p:spPr>
          <a:xfrm>
            <a:off x="4571999" y="1197145"/>
            <a:ext cx="4248453" cy="3362272"/>
          </a:xfrm>
          <a:prstGeom prst="rect">
            <a:avLst/>
          </a:prstGeom>
        </p:spPr>
      </p:pic>
    </p:spTree>
    <p:extLst>
      <p:ext uri="{BB962C8B-B14F-4D97-AF65-F5344CB8AC3E}">
        <p14:creationId xmlns:p14="http://schemas.microsoft.com/office/powerpoint/2010/main" val="34807299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46"/>
          <p:cNvSpPr txBox="1">
            <a:spLocks noGrp="1"/>
          </p:cNvSpPr>
          <p:nvPr>
            <p:ph type="title"/>
          </p:nvPr>
        </p:nvSpPr>
        <p:spPr>
          <a:xfrm>
            <a:off x="720000" y="794275"/>
            <a:ext cx="4855200" cy="977400"/>
          </a:xfrm>
          <a:prstGeom prst="rect">
            <a:avLst/>
          </a:prstGeom>
        </p:spPr>
        <p:txBody>
          <a:bodyPr spcFirstLastPara="1" wrap="square" lIns="91425" tIns="91425" rIns="91425" bIns="91425" anchor="t" anchorCtr="0">
            <a:noAutofit/>
          </a:bodyPr>
          <a:lstStyle/>
          <a:p>
            <a:pPr lvl="0"/>
            <a:r>
              <a:rPr lang="en-US" dirty="0"/>
              <a:t>Validation in Simulation</a:t>
            </a:r>
            <a:endParaRPr dirty="0"/>
          </a:p>
        </p:txBody>
      </p:sp>
      <p:sp>
        <p:nvSpPr>
          <p:cNvPr id="458" name="Google Shape;458;p46"/>
          <p:cNvSpPr txBox="1">
            <a:spLocks noGrp="1"/>
          </p:cNvSpPr>
          <p:nvPr>
            <p:ph type="subTitle" idx="1"/>
          </p:nvPr>
        </p:nvSpPr>
        <p:spPr>
          <a:xfrm>
            <a:off x="720000" y="1986050"/>
            <a:ext cx="4855200" cy="2020800"/>
          </a:xfrm>
          <a:prstGeom prst="rect">
            <a:avLst/>
          </a:prstGeom>
        </p:spPr>
        <p:txBody>
          <a:bodyPr spcFirstLastPara="1" wrap="square" lIns="91425" tIns="91425" rIns="91425" bIns="91425" anchor="t" anchorCtr="0">
            <a:noAutofit/>
          </a:bodyPr>
          <a:lstStyle/>
          <a:p>
            <a:pPr marL="0" lvl="0" indent="0">
              <a:buNone/>
            </a:pPr>
            <a:r>
              <a:rPr lang="en-US" dirty="0"/>
              <a:t>V-REP simulation utilizing the 12.7 kg </a:t>
            </a:r>
            <a:r>
              <a:rPr lang="en-US" dirty="0" err="1"/>
              <a:t>SUSTech</a:t>
            </a:r>
            <a:r>
              <a:rPr lang="en-US" dirty="0"/>
              <a:t> Nezha prototype.</a:t>
            </a:r>
          </a:p>
          <a:p>
            <a:pPr marL="0" lvl="0" indent="0">
              <a:buNone/>
            </a:pPr>
            <a:r>
              <a:rPr lang="en-US" b="1" dirty="0"/>
              <a:t>Capabilities Demonstrated: </a:t>
            </a:r>
          </a:p>
          <a:p>
            <a:pPr marL="285750" indent="-285750">
              <a:buFont typeface="Arial" panose="020B0604020202020204" pitchFamily="34" charset="0"/>
              <a:buChar char="•"/>
            </a:pPr>
            <a:r>
              <a:rPr lang="en-US" dirty="0"/>
              <a:t>Varied apex heights (0.8m to 1.4m).</a:t>
            </a:r>
          </a:p>
          <a:p>
            <a:pPr marL="285750" indent="-285750">
              <a:buFont typeface="Arial" panose="020B0604020202020204" pitchFamily="34" charset="0"/>
              <a:buChar char="•"/>
            </a:pPr>
            <a:r>
              <a:rPr lang="en-US" dirty="0"/>
              <a:t>Forward velocities (0.5m/s to 1.5m/s).</a:t>
            </a:r>
          </a:p>
          <a:p>
            <a:pPr marL="285750" indent="-285750">
              <a:buFont typeface="Arial" panose="020B0604020202020204" pitchFamily="34" charset="0"/>
              <a:buChar char="•"/>
            </a:pPr>
            <a:r>
              <a:rPr lang="en-US" dirty="0"/>
              <a:t>Landing on slopes with up to 5° inclination.</a:t>
            </a:r>
            <a:endParaRPr dirty="0"/>
          </a:p>
        </p:txBody>
      </p:sp>
      <p:pic>
        <p:nvPicPr>
          <p:cNvPr id="3" name="Picture 2">
            <a:extLst>
              <a:ext uri="{FF2B5EF4-FFF2-40B4-BE49-F238E27FC236}">
                <a16:creationId xmlns:a16="http://schemas.microsoft.com/office/drawing/2014/main" id="{FA7C5B8D-DF1C-9D3E-1D24-A788A741B616}"/>
              </a:ext>
            </a:extLst>
          </p:cNvPr>
          <p:cNvPicPr>
            <a:picLocks noChangeAspect="1"/>
          </p:cNvPicPr>
          <p:nvPr/>
        </p:nvPicPr>
        <p:blipFill>
          <a:blip r:embed="rId3"/>
          <a:srcRect t="166" r="5900" b="12695"/>
          <a:stretch>
            <a:fillRect/>
          </a:stretch>
        </p:blipFill>
        <p:spPr>
          <a:xfrm>
            <a:off x="6823236" y="187036"/>
            <a:ext cx="1967473" cy="2770910"/>
          </a:xfrm>
          <a:prstGeom prst="rect">
            <a:avLst/>
          </a:prstGeom>
        </p:spPr>
      </p:pic>
      <p:pic>
        <p:nvPicPr>
          <p:cNvPr id="6" name="Picture 5">
            <a:extLst>
              <a:ext uri="{FF2B5EF4-FFF2-40B4-BE49-F238E27FC236}">
                <a16:creationId xmlns:a16="http://schemas.microsoft.com/office/drawing/2014/main" id="{5F8CC02A-1A35-A585-D5F5-110B1D50D639}"/>
              </a:ext>
            </a:extLst>
          </p:cNvPr>
          <p:cNvPicPr>
            <a:picLocks noChangeAspect="1"/>
          </p:cNvPicPr>
          <p:nvPr/>
        </p:nvPicPr>
        <p:blipFill>
          <a:blip r:embed="rId4"/>
          <a:srcRect b="17138"/>
          <a:stretch>
            <a:fillRect/>
          </a:stretch>
        </p:blipFill>
        <p:spPr>
          <a:xfrm>
            <a:off x="4808970" y="3150886"/>
            <a:ext cx="4153480" cy="184714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4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US" dirty="0"/>
              <a:t>Critical Analysis</a:t>
            </a:r>
            <a:endParaRPr dirty="0"/>
          </a:p>
        </p:txBody>
      </p:sp>
      <p:graphicFrame>
        <p:nvGraphicFramePr>
          <p:cNvPr id="21" name="Table 20">
            <a:extLst>
              <a:ext uri="{FF2B5EF4-FFF2-40B4-BE49-F238E27FC236}">
                <a16:creationId xmlns:a16="http://schemas.microsoft.com/office/drawing/2014/main" id="{5E62F027-2983-37C2-D9BB-768CA9F6E3EE}"/>
              </a:ext>
            </a:extLst>
          </p:cNvPr>
          <p:cNvGraphicFramePr>
            <a:graphicFrameLocks noGrp="1"/>
          </p:cNvGraphicFramePr>
          <p:nvPr/>
        </p:nvGraphicFramePr>
        <p:xfrm>
          <a:off x="1087582" y="1960417"/>
          <a:ext cx="7008043" cy="2301241"/>
        </p:xfrm>
        <a:graphic>
          <a:graphicData uri="http://schemas.openxmlformats.org/drawingml/2006/table">
            <a:tbl>
              <a:tblPr firstRow="1" bandRow="1">
                <a:tableStyleId>{793D81CF-94F2-401A-BA57-92F5A7B2D0C5}</a:tableStyleId>
              </a:tblPr>
              <a:tblGrid>
                <a:gridCol w="3373582">
                  <a:extLst>
                    <a:ext uri="{9D8B030D-6E8A-4147-A177-3AD203B41FA5}">
                      <a16:colId xmlns:a16="http://schemas.microsoft.com/office/drawing/2014/main" val="1066300859"/>
                    </a:ext>
                  </a:extLst>
                </a:gridCol>
                <a:gridCol w="3634461">
                  <a:extLst>
                    <a:ext uri="{9D8B030D-6E8A-4147-A177-3AD203B41FA5}">
                      <a16:colId xmlns:a16="http://schemas.microsoft.com/office/drawing/2014/main" val="2290018832"/>
                    </a:ext>
                  </a:extLst>
                </a:gridCol>
              </a:tblGrid>
              <a:tr h="638156">
                <a:tc>
                  <a:txBody>
                    <a:bodyPr/>
                    <a:lstStyle/>
                    <a:p>
                      <a:pPr algn="ctr"/>
                      <a:r>
                        <a:rPr lang="en-US" sz="2000" b="1" i="0" u="none" strike="noStrike" cap="none" dirty="0">
                          <a:solidFill>
                            <a:schemeClr val="bg2"/>
                          </a:solidFill>
                          <a:latin typeface="IBM Plex Mono" panose="020B0509050203000203" pitchFamily="49" charset="0"/>
                          <a:cs typeface="Archivo"/>
                          <a:sym typeface="Archivo"/>
                        </a:rPr>
                        <a:t>Strengths</a:t>
                      </a:r>
                    </a:p>
                  </a:txBody>
                  <a:tcPr/>
                </a:tc>
                <a:tc>
                  <a:txBody>
                    <a:bodyPr/>
                    <a:lstStyle/>
                    <a:p>
                      <a:r>
                        <a:rPr lang="en-US" sz="2000" b="1" i="0" u="none" strike="noStrike" cap="none" dirty="0">
                          <a:solidFill>
                            <a:schemeClr val="bg2"/>
                          </a:solidFill>
                          <a:latin typeface="IBM Plex Mono" panose="020B0509050203000203" pitchFamily="49" charset="0"/>
                          <a:cs typeface="Archivo"/>
                          <a:sym typeface="Archivo"/>
                        </a:rPr>
                        <a:t>Limitations</a:t>
                      </a:r>
                      <a:endParaRPr lang="en-US" dirty="0"/>
                    </a:p>
                  </a:txBody>
                  <a:tcPr/>
                </a:tc>
                <a:extLst>
                  <a:ext uri="{0D108BD9-81ED-4DB2-BD59-A6C34878D82A}">
                    <a16:rowId xmlns:a16="http://schemas.microsoft.com/office/drawing/2014/main" val="1144055953"/>
                  </a:ext>
                </a:extLst>
              </a:tr>
              <a:tr h="539481">
                <a:tc>
                  <a:txBody>
                    <a:bodyPr/>
                    <a:lstStyle/>
                    <a:p>
                      <a:r>
                        <a:rPr lang="en-US" dirty="0"/>
                        <a:t>Strategic simplification via W-SLIP</a:t>
                      </a:r>
                      <a:endParaRPr lang="en-US" sz="1400" b="0" i="0" u="none" strike="noStrike" cap="none" dirty="0">
                        <a:solidFill>
                          <a:schemeClr val="dk1"/>
                        </a:solidFill>
                        <a:latin typeface="Archivo" panose="020B0604020202020204" charset="0"/>
                        <a:cs typeface="Archivo" panose="020B0604020202020204" charset="0"/>
                        <a:sym typeface="Arial"/>
                      </a:endParaRPr>
                    </a:p>
                  </a:txBody>
                  <a:tcPr/>
                </a:tc>
                <a:tc>
                  <a:txBody>
                    <a:bodyPr/>
                    <a:lstStyle/>
                    <a:p>
                      <a:r>
                        <a:rPr lang="en-US" dirty="0"/>
                        <a:t>The model is purely 2D (sagittal plane) and ignores 3D lateral stability</a:t>
                      </a:r>
                      <a:endParaRPr lang="en-US" sz="1400" b="0" i="0" u="none" strike="noStrike" cap="none" dirty="0">
                        <a:solidFill>
                          <a:schemeClr val="dk1"/>
                        </a:solidFill>
                        <a:latin typeface="Archivo" panose="020B0604020202020204" charset="0"/>
                        <a:cs typeface="Archivo" panose="020B0604020202020204" charset="0"/>
                        <a:sym typeface="Arial"/>
                      </a:endParaRPr>
                    </a:p>
                  </a:txBody>
                  <a:tcPr/>
                </a:tc>
                <a:extLst>
                  <a:ext uri="{0D108BD9-81ED-4DB2-BD59-A6C34878D82A}">
                    <a16:rowId xmlns:a16="http://schemas.microsoft.com/office/drawing/2014/main" val="1127007894"/>
                  </a:ext>
                </a:extLst>
              </a:tr>
              <a:tr h="31865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Effective controller decoupling </a:t>
                      </a:r>
                      <a:endParaRPr lang="en-US" sz="1400" b="1" i="0" u="none" strike="noStrike" cap="none" dirty="0">
                        <a:solidFill>
                          <a:schemeClr val="dk1"/>
                        </a:solidFill>
                        <a:latin typeface="IBM Plex Mono" panose="020B0509050203000203" pitchFamily="49" charset="0"/>
                        <a:cs typeface="Archivo"/>
                        <a:sym typeface="Archivo"/>
                      </a:endParaRPr>
                    </a:p>
                  </a:txBody>
                  <a:tcPr/>
                </a:tc>
                <a:tc>
                  <a:txBody>
                    <a:bodyPr/>
                    <a:lstStyle/>
                    <a:p>
                      <a:r>
                        <a:rPr lang="en-US" dirty="0"/>
                        <a:t>Simulations ignore energy absorption from soft or uneven real-world terrain</a:t>
                      </a:r>
                    </a:p>
                  </a:txBody>
                  <a:tcPr/>
                </a:tc>
                <a:extLst>
                  <a:ext uri="{0D108BD9-81ED-4DB2-BD59-A6C34878D82A}">
                    <a16:rowId xmlns:a16="http://schemas.microsoft.com/office/drawing/2014/main" val="359452443"/>
                  </a:ext>
                </a:extLst>
              </a:tr>
              <a:tr h="60544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Error reduction using DOBs</a:t>
                      </a:r>
                      <a:endParaRPr lang="en-US" dirty="0">
                        <a:latin typeface="Archivo" panose="020B0604020202020204" charset="0"/>
                        <a:cs typeface="Archivo" panose="020B0604020202020204" charset="0"/>
                      </a:endParaRPr>
                    </a:p>
                  </a:txBody>
                  <a:tcPr/>
                </a:tc>
                <a:tc>
                  <a:txBody>
                    <a:bodyPr/>
                    <a:lstStyle/>
                    <a:p>
                      <a:endParaRPr lang="en-US" dirty="0"/>
                    </a:p>
                  </a:txBody>
                  <a:tcPr/>
                </a:tc>
                <a:extLst>
                  <a:ext uri="{0D108BD9-81ED-4DB2-BD59-A6C34878D82A}">
                    <a16:rowId xmlns:a16="http://schemas.microsoft.com/office/drawing/2014/main" val="3504551437"/>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52"/>
          <p:cNvSpPr txBox="1">
            <a:spLocks noGrp="1"/>
          </p:cNvSpPr>
          <p:nvPr>
            <p:ph type="title"/>
          </p:nvPr>
        </p:nvSpPr>
        <p:spPr>
          <a:xfrm>
            <a:off x="1257301" y="256614"/>
            <a:ext cx="6297000" cy="66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 dirty="0"/>
              <a:t>Conclusion </a:t>
            </a:r>
            <a:endParaRPr dirty="0"/>
          </a:p>
        </p:txBody>
      </p:sp>
      <p:sp>
        <p:nvSpPr>
          <p:cNvPr id="539" name="Google Shape;539;p52"/>
          <p:cNvSpPr txBox="1">
            <a:spLocks noGrp="1"/>
          </p:cNvSpPr>
          <p:nvPr>
            <p:ph type="subTitle" idx="1"/>
          </p:nvPr>
        </p:nvSpPr>
        <p:spPr>
          <a:xfrm>
            <a:off x="1415727" y="1159189"/>
            <a:ext cx="6297000" cy="1627800"/>
          </a:xfrm>
          <a:prstGeom prst="rect">
            <a:avLst/>
          </a:prstGeom>
        </p:spPr>
        <p:txBody>
          <a:bodyPr spcFirstLastPara="1" wrap="square" lIns="91425" tIns="91425" rIns="91425" bIns="91425" anchor="b" anchorCtr="0">
            <a:noAutofit/>
          </a:bodyPr>
          <a:lstStyle/>
          <a:p>
            <a:pPr marL="0" lvl="0" indent="0" algn="l"/>
            <a:r>
              <a:rPr lang="en-US" sz="2000" dirty="0"/>
              <a:t>By abstracting hardware into a template, untangling the math, and treating reality as a disturbance, the authors provide a robust blueprint for the future of agile wheeled-bipedal robotics.</a:t>
            </a:r>
            <a:endParaRPr sz="2000" dirty="0"/>
          </a:p>
        </p:txBody>
      </p:sp>
      <p:grpSp>
        <p:nvGrpSpPr>
          <p:cNvPr id="540" name="Google Shape;540;p52"/>
          <p:cNvGrpSpPr/>
          <p:nvPr/>
        </p:nvGrpSpPr>
        <p:grpSpPr>
          <a:xfrm>
            <a:off x="-1839154" y="-57150"/>
            <a:ext cx="4468128" cy="5219700"/>
            <a:chOff x="-1839154" y="-57150"/>
            <a:chExt cx="4468128" cy="5219700"/>
          </a:xfrm>
        </p:grpSpPr>
        <p:pic>
          <p:nvPicPr>
            <p:cNvPr id="541" name="Google Shape;541;p52"/>
            <p:cNvPicPr preferRelativeResize="0"/>
            <p:nvPr/>
          </p:nvPicPr>
          <p:blipFill rotWithShape="1">
            <a:blip r:embed="rId3">
              <a:alphaModFix amt="63000"/>
            </a:blip>
            <a:srcRect l="6927" t="18643" r="3347" b="8188"/>
            <a:stretch/>
          </p:blipFill>
          <p:spPr>
            <a:xfrm rot="-5400000">
              <a:off x="-2076450" y="1828800"/>
              <a:ext cx="5219700" cy="1447800"/>
            </a:xfrm>
            <a:prstGeom prst="rect">
              <a:avLst/>
            </a:prstGeom>
            <a:noFill/>
            <a:ln>
              <a:noFill/>
            </a:ln>
          </p:spPr>
        </p:pic>
        <p:pic>
          <p:nvPicPr>
            <p:cNvPr id="542" name="Google Shape;542;p52"/>
            <p:cNvPicPr preferRelativeResize="0"/>
            <p:nvPr/>
          </p:nvPicPr>
          <p:blipFill rotWithShape="1">
            <a:blip r:embed="rId4">
              <a:alphaModFix/>
            </a:blip>
            <a:srcRect r="41596"/>
            <a:stretch/>
          </p:blipFill>
          <p:spPr>
            <a:xfrm rot="5400000">
              <a:off x="-220851" y="1052975"/>
              <a:ext cx="2428876" cy="780125"/>
            </a:xfrm>
            <a:prstGeom prst="rect">
              <a:avLst/>
            </a:prstGeom>
            <a:noFill/>
            <a:ln>
              <a:noFill/>
            </a:ln>
          </p:spPr>
        </p:pic>
        <p:pic>
          <p:nvPicPr>
            <p:cNvPr id="543" name="Google Shape;543;p52"/>
            <p:cNvPicPr preferRelativeResize="0"/>
            <p:nvPr/>
          </p:nvPicPr>
          <p:blipFill rotWithShape="1">
            <a:blip r:embed="rId5">
              <a:alphaModFix/>
            </a:blip>
            <a:srcRect b="5393"/>
            <a:stretch/>
          </p:blipFill>
          <p:spPr>
            <a:xfrm rot="5400000">
              <a:off x="-844313" y="1822787"/>
              <a:ext cx="3148475" cy="1497951"/>
            </a:xfrm>
            <a:prstGeom prst="rect">
              <a:avLst/>
            </a:prstGeom>
            <a:noFill/>
            <a:ln>
              <a:noFill/>
            </a:ln>
          </p:spPr>
        </p:pic>
        <p:pic>
          <p:nvPicPr>
            <p:cNvPr id="544" name="Google Shape;544;p52"/>
            <p:cNvPicPr preferRelativeResize="0"/>
            <p:nvPr/>
          </p:nvPicPr>
          <p:blipFill>
            <a:blip r:embed="rId6">
              <a:alphaModFix/>
            </a:blip>
            <a:stretch>
              <a:fillRect/>
            </a:stretch>
          </p:blipFill>
          <p:spPr>
            <a:xfrm rot="1799998">
              <a:off x="-1552473" y="2126215"/>
              <a:ext cx="3894766" cy="2190318"/>
            </a:xfrm>
            <a:prstGeom prst="rect">
              <a:avLst/>
            </a:prstGeom>
            <a:noFill/>
            <a:ln>
              <a:noFill/>
            </a:ln>
          </p:spPr>
        </p:pic>
      </p:grpSp>
      <p:pic>
        <p:nvPicPr>
          <p:cNvPr id="545" name="Google Shape;545;p52"/>
          <p:cNvPicPr preferRelativeResize="0"/>
          <p:nvPr/>
        </p:nvPicPr>
        <p:blipFill>
          <a:blip r:embed="rId7">
            <a:alphaModFix/>
          </a:blip>
          <a:stretch>
            <a:fillRect/>
          </a:stretch>
        </p:blipFill>
        <p:spPr>
          <a:xfrm>
            <a:off x="2076636" y="2829101"/>
            <a:ext cx="2823565" cy="887450"/>
          </a:xfrm>
          <a:prstGeom prst="rect">
            <a:avLst/>
          </a:prstGeom>
          <a:noFill/>
          <a:ln>
            <a:noFill/>
          </a:ln>
        </p:spPr>
      </p:pic>
      <p:pic>
        <p:nvPicPr>
          <p:cNvPr id="546" name="Google Shape;546;p52"/>
          <p:cNvPicPr preferRelativeResize="0"/>
          <p:nvPr/>
        </p:nvPicPr>
        <p:blipFill>
          <a:blip r:embed="rId8">
            <a:alphaModFix/>
          </a:blip>
          <a:stretch>
            <a:fillRect/>
          </a:stretch>
        </p:blipFill>
        <p:spPr>
          <a:xfrm rot="10800000">
            <a:off x="7973724" y="4603999"/>
            <a:ext cx="456876" cy="242950"/>
          </a:xfrm>
          <a:prstGeom prst="rect">
            <a:avLst/>
          </a:prstGeom>
          <a:noFill/>
          <a:ln>
            <a:noFill/>
          </a:ln>
        </p:spPr>
      </p:pic>
    </p:spTree>
    <p:extLst>
      <p:ext uri="{BB962C8B-B14F-4D97-AF65-F5344CB8AC3E}">
        <p14:creationId xmlns:p14="http://schemas.microsoft.com/office/powerpoint/2010/main" val="5393294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28"/>
        <p:cNvGrpSpPr/>
        <p:nvPr/>
      </p:nvGrpSpPr>
      <p:grpSpPr>
        <a:xfrm>
          <a:off x="0" y="0"/>
          <a:ext cx="0" cy="0"/>
          <a:chOff x="0" y="0"/>
          <a:chExt cx="0" cy="0"/>
        </a:xfrm>
      </p:grpSpPr>
      <p:grpSp>
        <p:nvGrpSpPr>
          <p:cNvPr id="529" name="Google Shape;529;p51"/>
          <p:cNvGrpSpPr/>
          <p:nvPr/>
        </p:nvGrpSpPr>
        <p:grpSpPr>
          <a:xfrm>
            <a:off x="870025" y="401112"/>
            <a:ext cx="7404024" cy="4341275"/>
            <a:chOff x="870025" y="401112"/>
            <a:chExt cx="7404024" cy="4341275"/>
          </a:xfrm>
        </p:grpSpPr>
        <p:pic>
          <p:nvPicPr>
            <p:cNvPr id="530" name="Google Shape;530;p51"/>
            <p:cNvPicPr preferRelativeResize="0"/>
            <p:nvPr/>
          </p:nvPicPr>
          <p:blipFill rotWithShape="1">
            <a:blip r:embed="rId3">
              <a:alphaModFix amt="92000"/>
            </a:blip>
            <a:srcRect t="1320" b="-1320"/>
            <a:stretch/>
          </p:blipFill>
          <p:spPr>
            <a:xfrm>
              <a:off x="870025" y="401112"/>
              <a:ext cx="7404024" cy="4341275"/>
            </a:xfrm>
            <a:prstGeom prst="rect">
              <a:avLst/>
            </a:prstGeom>
            <a:noFill/>
            <a:ln>
              <a:noFill/>
            </a:ln>
          </p:spPr>
        </p:pic>
        <p:pic>
          <p:nvPicPr>
            <p:cNvPr id="531" name="Google Shape;531;p51"/>
            <p:cNvPicPr preferRelativeResize="0"/>
            <p:nvPr/>
          </p:nvPicPr>
          <p:blipFill>
            <a:blip r:embed="rId4">
              <a:alphaModFix/>
            </a:blip>
            <a:stretch>
              <a:fillRect/>
            </a:stretch>
          </p:blipFill>
          <p:spPr>
            <a:xfrm>
              <a:off x="3338164" y="539509"/>
              <a:ext cx="2467774" cy="462933"/>
            </a:xfrm>
            <a:prstGeom prst="rect">
              <a:avLst/>
            </a:prstGeom>
            <a:noFill/>
            <a:ln>
              <a:noFill/>
            </a:ln>
          </p:spPr>
        </p:pic>
        <p:pic>
          <p:nvPicPr>
            <p:cNvPr id="532" name="Google Shape;532;p51"/>
            <p:cNvPicPr preferRelativeResize="0"/>
            <p:nvPr/>
          </p:nvPicPr>
          <p:blipFill>
            <a:blip r:embed="rId4">
              <a:alphaModFix/>
            </a:blip>
            <a:stretch>
              <a:fillRect/>
            </a:stretch>
          </p:blipFill>
          <p:spPr>
            <a:xfrm rot="10800000" flipH="1">
              <a:off x="3338164" y="4141059"/>
              <a:ext cx="2467774" cy="462933"/>
            </a:xfrm>
            <a:prstGeom prst="rect">
              <a:avLst/>
            </a:prstGeom>
            <a:noFill/>
            <a:ln>
              <a:noFill/>
            </a:ln>
          </p:spPr>
        </p:pic>
      </p:grpSp>
      <p:sp>
        <p:nvSpPr>
          <p:cNvPr id="533" name="Google Shape;533;p51"/>
          <p:cNvSpPr txBox="1">
            <a:spLocks noGrp="1"/>
          </p:cNvSpPr>
          <p:nvPr>
            <p:ph type="title"/>
          </p:nvPr>
        </p:nvSpPr>
        <p:spPr>
          <a:xfrm>
            <a:off x="2298600" y="1619250"/>
            <a:ext cx="4546800" cy="1849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de" dirty="0">
                <a:solidFill>
                  <a:schemeClr val="dk1"/>
                </a:solidFill>
              </a:rPr>
              <a:t>Thank</a:t>
            </a:r>
            <a:r>
              <a:rPr lang="de" dirty="0"/>
              <a:t> You!</a:t>
            </a:r>
            <a:endParaRPr dirty="0">
              <a:solidFill>
                <a:schemeClr val="dk1"/>
              </a:solidFill>
            </a:endParaRPr>
          </a:p>
        </p:txBody>
      </p:sp>
    </p:spTree>
    <p:extLst>
      <p:ext uri="{BB962C8B-B14F-4D97-AF65-F5344CB8AC3E}">
        <p14:creationId xmlns:p14="http://schemas.microsoft.com/office/powerpoint/2010/main" val="2714691906"/>
      </p:ext>
    </p:extLst>
  </p:cSld>
  <p:clrMapOvr>
    <a:masterClrMapping/>
  </p:clrMapOvr>
</p:sld>
</file>

<file path=ppt/theme/theme1.xml><?xml version="1.0" encoding="utf-8"?>
<a:theme xmlns:a="http://schemas.openxmlformats.org/drawingml/2006/main" name="Bachelor in Robotics Engineering by Slidesgo">
  <a:themeElements>
    <a:clrScheme name="Simple Light">
      <a:dk1>
        <a:srgbClr val="1F164D"/>
      </a:dk1>
      <a:lt1>
        <a:srgbClr val="F9F9F9"/>
      </a:lt1>
      <a:dk2>
        <a:srgbClr val="E8E8E8"/>
      </a:dk2>
      <a:lt2>
        <a:srgbClr val="C1C1C1"/>
      </a:lt2>
      <a:accent1>
        <a:srgbClr val="6F79E3"/>
      </a:accent1>
      <a:accent2>
        <a:srgbClr val="433ABA"/>
      </a:accent2>
      <a:accent3>
        <a:srgbClr val="130994"/>
      </a:accent3>
      <a:accent4>
        <a:srgbClr val="FFFFFF"/>
      </a:accent4>
      <a:accent5>
        <a:srgbClr val="FFFFFF"/>
      </a:accent5>
      <a:accent6>
        <a:srgbClr val="FFFFFF"/>
      </a:accent6>
      <a:hlink>
        <a:srgbClr val="1F164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1295</TotalTime>
  <Words>1578</Words>
  <Application>Microsoft Office PowerPoint</Application>
  <PresentationFormat>On-screen Show (16:9)</PresentationFormat>
  <Paragraphs>199</Paragraphs>
  <Slides>28</Slides>
  <Notes>27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Nunito Light</vt:lpstr>
      <vt:lpstr>Cambria Math</vt:lpstr>
      <vt:lpstr>Archivo</vt:lpstr>
      <vt:lpstr>IBM Plex Mono</vt:lpstr>
      <vt:lpstr>Bachelor in Robotics Engineering by Slidesgo</vt:lpstr>
      <vt:lpstr>UNDERACTUATED MOTION PLANNING AND CONTROL FOR JUMPING WITH WHEELED-BIPEDAL ROBOT</vt:lpstr>
      <vt:lpstr>INHALTSVERZEICHNIS</vt:lpstr>
      <vt:lpstr>INTRODUCTION AND BACKGROUND</vt:lpstr>
      <vt:lpstr>Introduction</vt:lpstr>
      <vt:lpstr>Introduction</vt:lpstr>
      <vt:lpstr>Wheeled-Bipedal</vt:lpstr>
      <vt:lpstr>The Challenge of Jumping</vt:lpstr>
      <vt:lpstr>The Challenge of Jumping</vt:lpstr>
      <vt:lpstr>Terminology used</vt:lpstr>
      <vt:lpstr>Background Mathematical concepts</vt:lpstr>
      <vt:lpstr>Planning and control architecture</vt:lpstr>
      <vt:lpstr>STANCE AND FLIGHT PLANNING</vt:lpstr>
      <vt:lpstr>The W-Slip Model</vt:lpstr>
      <vt:lpstr>Stance Phase Planning</vt:lpstr>
      <vt:lpstr>Stance Phase Planning</vt:lpstr>
      <vt:lpstr>Flight Phase Planning</vt:lpstr>
      <vt:lpstr>MATHEMATICAL MOTION PLANNING</vt:lpstr>
      <vt:lpstr>Underactuated W-SLIP Model</vt:lpstr>
      <vt:lpstr>Motion Planning</vt:lpstr>
      <vt:lpstr>TRACKING CONTROL AND ROBUSTNESS</vt:lpstr>
      <vt:lpstr>Composite Tracking Controller</vt:lpstr>
      <vt:lpstr>Handling the Unknown with Disturbance Observers (DOB)</vt:lpstr>
      <vt:lpstr>VALIDATION, SIMULATION, AND ANALYSIS</vt:lpstr>
      <vt:lpstr>The Region of Attraction</vt:lpstr>
      <vt:lpstr>Validation in Simulation</vt:lpstr>
      <vt:lpstr>Critical Analysis</vt:lpstr>
      <vt:lpstr>Conclusion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salma197607</cp:lastModifiedBy>
  <cp:revision>24</cp:revision>
  <dcterms:modified xsi:type="dcterms:W3CDTF">2026-04-23T20:28:20Z</dcterms:modified>
</cp:coreProperties>
</file>